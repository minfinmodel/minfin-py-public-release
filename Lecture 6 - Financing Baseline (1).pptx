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omments/modernComment_112_6164EDAA.xml" ContentType="application/vnd.ms-powerpoint.comments+xml"/>
  <Override PartName="/ppt/comments/modernComment_B4C_50E5469E.xml" ContentType="application/vnd.ms-powerpoint.comments+xml"/>
  <Override PartName="/ppt/comments/modernComment_B4D_C3D3877E.xml" ContentType="application/vnd.ms-powerpoint.comments+xml"/>
  <Override PartName="/ppt/comments/modernComment_B48_FEE2DBD.xml" ContentType="application/vnd.ms-powerpoint.comments+xml"/>
  <Override PartName="/ppt/comments/modernComment_B5B_60183D54.xml" ContentType="application/vnd.ms-powerpoint.comment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4"/>
  </p:sldMasterIdLst>
  <p:notesMasterIdLst>
    <p:notesMasterId r:id="rId32"/>
  </p:notesMasterIdLst>
  <p:sldIdLst>
    <p:sldId id="274" r:id="rId5"/>
    <p:sldId id="270" r:id="rId6"/>
    <p:sldId id="2877" r:id="rId7"/>
    <p:sldId id="2832" r:id="rId8"/>
    <p:sldId id="2892" r:id="rId9"/>
    <p:sldId id="2903" r:id="rId10"/>
    <p:sldId id="2901" r:id="rId11"/>
    <p:sldId id="2831" r:id="rId12"/>
    <p:sldId id="2905" r:id="rId13"/>
    <p:sldId id="2893" r:id="rId14"/>
    <p:sldId id="2888" r:id="rId15"/>
    <p:sldId id="2880" r:id="rId16"/>
    <p:sldId id="2907" r:id="rId17"/>
    <p:sldId id="2894" r:id="rId18"/>
    <p:sldId id="2902" r:id="rId19"/>
    <p:sldId id="2897" r:id="rId20"/>
    <p:sldId id="2889" r:id="rId21"/>
    <p:sldId id="2895" r:id="rId22"/>
    <p:sldId id="2896" r:id="rId23"/>
    <p:sldId id="2906" r:id="rId24"/>
    <p:sldId id="2898" r:id="rId25"/>
    <p:sldId id="2890" r:id="rId26"/>
    <p:sldId id="2886" r:id="rId27"/>
    <p:sldId id="2908" r:id="rId28"/>
    <p:sldId id="2899" r:id="rId29"/>
    <p:sldId id="2904" r:id="rId30"/>
    <p:sldId id="269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Introduction" id="{0F25AB16-3ED9-1643-BD04-8944CCB09271}">
          <p14:sldIdLst>
            <p14:sldId id="274"/>
            <p14:sldId id="270"/>
            <p14:sldId id="2877"/>
          </p14:sldIdLst>
        </p14:section>
        <p14:section name="Part 1" id="{A53EE6D0-E3FC-A24B-9980-40D67C55F55E}">
          <p14:sldIdLst>
            <p14:sldId id="2832"/>
            <p14:sldId id="2892"/>
            <p14:sldId id="2903"/>
            <p14:sldId id="2901"/>
            <p14:sldId id="2831"/>
            <p14:sldId id="2905"/>
            <p14:sldId id="2893"/>
          </p14:sldIdLst>
        </p14:section>
        <p14:section name="Part 2" id="{43E253DD-6040-664F-A9E3-5D888F5740FE}">
          <p14:sldIdLst>
            <p14:sldId id="2888"/>
            <p14:sldId id="2880"/>
            <p14:sldId id="2907"/>
            <p14:sldId id="2894"/>
            <p14:sldId id="2902"/>
            <p14:sldId id="2897"/>
          </p14:sldIdLst>
        </p14:section>
        <p14:section name="Part 3" id="{D1D37643-9B17-2440-8076-6B78C6D8177C}">
          <p14:sldIdLst>
            <p14:sldId id="2889"/>
            <p14:sldId id="2895"/>
            <p14:sldId id="2896"/>
            <p14:sldId id="2906"/>
            <p14:sldId id="2898"/>
          </p14:sldIdLst>
        </p14:section>
        <p14:section name="Part 4" id="{8848A883-92D0-C54D-9CC5-E18553382C40}">
          <p14:sldIdLst>
            <p14:sldId id="2890"/>
            <p14:sldId id="2886"/>
            <p14:sldId id="2908"/>
            <p14:sldId id="2899"/>
            <p14:sldId id="2904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0" roundtripDataSignature="AMtx7miC4h9XZJhYFypOKz07yp6KiatCo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B6062C-6F82-01BF-CE21-8ADD2CBF7DBA}" name="William Collier" initials="WC" userId="S::w.a.i.collier1_lboro.ac.uk#ext#@unioxfordnexus.onmicrosoft.com::76426f4a-d077-4458-9b77-af10ac4ee270" providerId="AD"/>
  <p188:author id="{824A758C-D158-4E5A-95F4-5C8D616B1DB3}" name="William Collier" initials="WC" userId="S::waic01@lunet.lboro.ac.uk::1bc510e1-6bf8-4d2b-a9c9-c541158c639c" providerId="AD"/>
  <p188:author id="{41362B99-674E-EEA3-49E9-6CC683A8116E}" name="Hannah Luscombe" initials="" userId="S::spet5907@ox.ac.uk::60627a01-634c-46bf-8b21-b5c32e071cb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EB7"/>
    <a:srgbClr val="FFE89F"/>
    <a:srgbClr val="FFDB69"/>
    <a:srgbClr val="FFE181"/>
    <a:srgbClr val="FFE697"/>
    <a:srgbClr val="FFD54F"/>
    <a:srgbClr val="FFCC29"/>
    <a:srgbClr val="FEC200"/>
    <a:srgbClr val="F2B8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A4DE5-75F7-39DC-7BDF-51F640277001}" v="19" dt="2025-01-24T12:24:50.587"/>
    <p1510:client id="{AB1D75B2-F88C-C14F-85EE-69BB350BDBC4}" v="10" dt="2025-01-24T12:17:53.478"/>
  </p1510:revLst>
</p1510:revInfo>
</file>

<file path=ppt/tableStyles.xml><?xml version="1.0" encoding="utf-8"?>
<a:tblStyleLst xmlns:a="http://schemas.openxmlformats.org/drawingml/2006/main" def="{B8DA472E-C0B5-4FAA-A71B-45BBE6C39A2A}">
  <a:tblStyle styleId="{B8DA472E-C0B5-4FAA-A71B-45BBE6C39A2A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120" Type="http://customschemas.google.com/relationships/presentationmetadata" Target="metadata"/><Relationship Id="rId125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124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123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27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12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126" Type="http://schemas.microsoft.com/office/2015/10/relationships/revisionInfo" Target="revisionInfo.xml"/><Relationship Id="rId8" Type="http://schemas.openxmlformats.org/officeDocument/2006/relationships/slide" Target="slides/slide4.xml"/><Relationship Id="rId121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tton, Luke K" userId="ad85630f-49de-4a5e-bc9c-ce7887b3f717" providerId="ADAL" clId="{4444474B-712E-0143-A444-49911571031E}"/>
    <pc:docChg chg="undo redo custSel addSld delSld modSld sldOrd modSection">
      <pc:chgData name="Hatton, Luke K" userId="ad85630f-49de-4a5e-bc9c-ce7887b3f717" providerId="ADAL" clId="{4444474B-712E-0143-A444-49911571031E}" dt="2025-01-22T21:53:27.178" v="8048" actId="2696"/>
      <pc:docMkLst>
        <pc:docMk/>
      </pc:docMkLst>
      <pc:sldChg chg="modSp mod">
        <pc:chgData name="Hatton, Luke K" userId="ad85630f-49de-4a5e-bc9c-ce7887b3f717" providerId="ADAL" clId="{4444474B-712E-0143-A444-49911571031E}" dt="2025-01-22T21:30:31.124" v="6153" actId="20577"/>
        <pc:sldMkLst>
          <pc:docMk/>
          <pc:sldMk cId="477400424" sldId="270"/>
        </pc:sldMkLst>
        <pc:graphicFrameChg chg="mod modGraphic">
          <ac:chgData name="Hatton, Luke K" userId="ad85630f-49de-4a5e-bc9c-ce7887b3f717" providerId="ADAL" clId="{4444474B-712E-0143-A444-49911571031E}" dt="2025-01-22T21:30:31.124" v="6153" actId="20577"/>
          <ac:graphicFrameMkLst>
            <pc:docMk/>
            <pc:sldMk cId="477400424" sldId="270"/>
            <ac:graphicFrameMk id="22" creationId="{E56E2DAA-C8BD-7063-58F7-9ED4AD10EB0E}"/>
          </ac:graphicFrameMkLst>
        </pc:graphicFrameChg>
      </pc:sldChg>
      <pc:sldChg chg="addSp modSp mod">
        <pc:chgData name="Hatton, Luke K" userId="ad85630f-49de-4a5e-bc9c-ce7887b3f717" providerId="ADAL" clId="{4444474B-712E-0143-A444-49911571031E}" dt="2025-01-22T21:34:00.339" v="6553" actId="20577"/>
        <pc:sldMkLst>
          <pc:docMk/>
          <pc:sldMk cId="3421082469" sldId="2831"/>
        </pc:sldMkLst>
        <pc:spChg chg="add mod">
          <ac:chgData name="Hatton, Luke K" userId="ad85630f-49de-4a5e-bc9c-ce7887b3f717" providerId="ADAL" clId="{4444474B-712E-0143-A444-49911571031E}" dt="2025-01-22T21:34:00.339" v="6553" actId="20577"/>
          <ac:spMkLst>
            <pc:docMk/>
            <pc:sldMk cId="3421082469" sldId="2831"/>
            <ac:spMk id="2" creationId="{9A171AD5-06A3-0B09-59DC-6108A660401E}"/>
          </ac:spMkLst>
        </pc:spChg>
        <pc:spChg chg="mod">
          <ac:chgData name="Hatton, Luke K" userId="ad85630f-49de-4a5e-bc9c-ce7887b3f717" providerId="ADAL" clId="{4444474B-712E-0143-A444-49911571031E}" dt="2025-01-21T20:58:01.555" v="1194" actId="20577"/>
          <ac:spMkLst>
            <pc:docMk/>
            <pc:sldMk cId="3421082469" sldId="2831"/>
            <ac:spMk id="4" creationId="{16773A78-08AA-BBEF-7DBC-DE396E28229A}"/>
          </ac:spMkLst>
        </pc:spChg>
        <pc:spChg chg="mod">
          <ac:chgData name="Hatton, Luke K" userId="ad85630f-49de-4a5e-bc9c-ce7887b3f717" providerId="ADAL" clId="{4444474B-712E-0143-A444-49911571031E}" dt="2025-01-22T21:07:23.512" v="5173" actId="20577"/>
          <ac:spMkLst>
            <pc:docMk/>
            <pc:sldMk cId="3421082469" sldId="2831"/>
            <ac:spMk id="7" creationId="{CD5483D5-3F86-6D24-ABF3-0F560449B3A5}"/>
          </ac:spMkLst>
        </pc:spChg>
        <pc:picChg chg="add mod">
          <ac:chgData name="Hatton, Luke K" userId="ad85630f-49de-4a5e-bc9c-ce7887b3f717" providerId="ADAL" clId="{4444474B-712E-0143-A444-49911571031E}" dt="2025-01-22T21:33:48.213" v="6541" actId="1076"/>
          <ac:picMkLst>
            <pc:docMk/>
            <pc:sldMk cId="3421082469" sldId="2831"/>
            <ac:picMk id="5122" creationId="{20843836-A393-E326-990A-5E034E0D4343}"/>
          </ac:picMkLst>
        </pc:picChg>
      </pc:sldChg>
      <pc:sldChg chg="modSp mod">
        <pc:chgData name="Hatton, Luke K" userId="ad85630f-49de-4a5e-bc9c-ce7887b3f717" providerId="ADAL" clId="{4444474B-712E-0143-A444-49911571031E}" dt="2025-01-21T20:28:29.930" v="337"/>
        <pc:sldMkLst>
          <pc:docMk/>
          <pc:sldMk cId="46127415" sldId="2832"/>
        </pc:sldMkLst>
        <pc:spChg chg="mod">
          <ac:chgData name="Hatton, Luke K" userId="ad85630f-49de-4a5e-bc9c-ce7887b3f717" providerId="ADAL" clId="{4444474B-712E-0143-A444-49911571031E}" dt="2025-01-21T20:28:29.930" v="337"/>
          <ac:spMkLst>
            <pc:docMk/>
            <pc:sldMk cId="46127415" sldId="2832"/>
            <ac:spMk id="5" creationId="{130F7958-D25F-D498-44A6-3622BB412445}"/>
          </ac:spMkLst>
        </pc:spChg>
      </pc:sldChg>
      <pc:sldChg chg="modSp mod">
        <pc:chgData name="Hatton, Luke K" userId="ad85630f-49de-4a5e-bc9c-ce7887b3f717" providerId="ADAL" clId="{4444474B-712E-0143-A444-49911571031E}" dt="2025-01-21T20:32:32.515" v="1127" actId="20577"/>
        <pc:sldMkLst>
          <pc:docMk/>
          <pc:sldMk cId="4245975092" sldId="2877"/>
        </pc:sldMkLst>
        <pc:spChg chg="mod">
          <ac:chgData name="Hatton, Luke K" userId="ad85630f-49de-4a5e-bc9c-ce7887b3f717" providerId="ADAL" clId="{4444474B-712E-0143-A444-49911571031E}" dt="2025-01-21T20:32:32.515" v="1127" actId="20577"/>
          <ac:spMkLst>
            <pc:docMk/>
            <pc:sldMk cId="4245975092" sldId="2877"/>
            <ac:spMk id="7" creationId="{6FBAB3D7-5128-D539-FB43-CE506F2F306B}"/>
          </ac:spMkLst>
        </pc:spChg>
      </pc:sldChg>
      <pc:sldChg chg="del">
        <pc:chgData name="Hatton, Luke K" userId="ad85630f-49de-4a5e-bc9c-ce7887b3f717" providerId="ADAL" clId="{4444474B-712E-0143-A444-49911571031E}" dt="2025-01-22T21:34:14.806" v="6555" actId="2696"/>
        <pc:sldMkLst>
          <pc:docMk/>
          <pc:sldMk cId="2745386418" sldId="2878"/>
        </pc:sldMkLst>
      </pc:sldChg>
      <pc:sldChg chg="addSp delSp modSp mod">
        <pc:chgData name="Hatton, Luke K" userId="ad85630f-49de-4a5e-bc9c-ce7887b3f717" providerId="ADAL" clId="{4444474B-712E-0143-A444-49911571031E}" dt="2025-01-22T21:48:43.102" v="7299" actId="20577"/>
        <pc:sldMkLst>
          <pc:docMk/>
          <pc:sldMk cId="2051032606" sldId="2880"/>
        </pc:sldMkLst>
        <pc:spChg chg="add mod">
          <ac:chgData name="Hatton, Luke K" userId="ad85630f-49de-4a5e-bc9c-ce7887b3f717" providerId="ADAL" clId="{4444474B-712E-0143-A444-49911571031E}" dt="2025-01-22T21:30:00.561" v="6015" actId="20577"/>
          <ac:spMkLst>
            <pc:docMk/>
            <pc:sldMk cId="2051032606" sldId="2880"/>
            <ac:spMk id="10" creationId="{9676957F-8FE5-44FE-4948-6818B6FB23E6}"/>
          </ac:spMkLst>
        </pc:spChg>
        <pc:spChg chg="add mod">
          <ac:chgData name="Hatton, Luke K" userId="ad85630f-49de-4a5e-bc9c-ce7887b3f717" providerId="ADAL" clId="{4444474B-712E-0143-A444-49911571031E}" dt="2025-01-22T21:48:43.102" v="7299" actId="20577"/>
          <ac:spMkLst>
            <pc:docMk/>
            <pc:sldMk cId="2051032606" sldId="2880"/>
            <ac:spMk id="14" creationId="{B5635308-3D92-24A5-D61D-A82A354A364F}"/>
          </ac:spMkLst>
        </pc:spChg>
        <pc:picChg chg="add mod modCrop">
          <ac:chgData name="Hatton, Luke K" userId="ad85630f-49de-4a5e-bc9c-ce7887b3f717" providerId="ADAL" clId="{4444474B-712E-0143-A444-49911571031E}" dt="2025-01-22T20:57:05.358" v="4290" actId="1076"/>
          <ac:picMkLst>
            <pc:docMk/>
            <pc:sldMk cId="2051032606" sldId="2880"/>
            <ac:picMk id="3" creationId="{10F9DDD6-0C1A-CF94-DDF6-381836BD3873}"/>
          </ac:picMkLst>
        </pc:picChg>
      </pc:sldChg>
      <pc:sldChg chg="del">
        <pc:chgData name="Hatton, Luke K" userId="ad85630f-49de-4a5e-bc9c-ce7887b3f717" providerId="ADAL" clId="{4444474B-712E-0143-A444-49911571031E}" dt="2025-01-22T21:42:21.590" v="6988" actId="2696"/>
        <pc:sldMkLst>
          <pc:docMk/>
          <pc:sldMk cId="318809195" sldId="2881"/>
        </pc:sldMkLst>
      </pc:sldChg>
      <pc:sldChg chg="addSp modSp del">
        <pc:chgData name="Hatton, Luke K" userId="ad85630f-49de-4a5e-bc9c-ce7887b3f717" providerId="ADAL" clId="{4444474B-712E-0143-A444-49911571031E}" dt="2025-01-22T21:42:31.511" v="6989" actId="2696"/>
        <pc:sldMkLst>
          <pc:docMk/>
          <pc:sldMk cId="1383017511" sldId="2883"/>
        </pc:sldMkLst>
      </pc:sldChg>
      <pc:sldChg chg="del">
        <pc:chgData name="Hatton, Luke K" userId="ad85630f-49de-4a5e-bc9c-ce7887b3f717" providerId="ADAL" clId="{4444474B-712E-0143-A444-49911571031E}" dt="2025-01-22T21:42:33.953" v="6990" actId="2696"/>
        <pc:sldMkLst>
          <pc:docMk/>
          <pc:sldMk cId="2727884556" sldId="2884"/>
        </pc:sldMkLst>
      </pc:sldChg>
      <pc:sldChg chg="addSp delSp modSp mod">
        <pc:chgData name="Hatton, Luke K" userId="ad85630f-49de-4a5e-bc9c-ce7887b3f717" providerId="ADAL" clId="{4444474B-712E-0143-A444-49911571031E}" dt="2025-01-22T21:08:20.989" v="5175"/>
        <pc:sldMkLst>
          <pc:docMk/>
          <pc:sldMk cId="1782266059" sldId="2886"/>
        </pc:sldMkLst>
        <pc:spChg chg="add mod">
          <ac:chgData name="Hatton, Luke K" userId="ad85630f-49de-4a5e-bc9c-ce7887b3f717" providerId="ADAL" clId="{4444474B-712E-0143-A444-49911571031E}" dt="2025-01-22T21:08:20.989" v="5175"/>
          <ac:spMkLst>
            <pc:docMk/>
            <pc:sldMk cId="1782266059" sldId="2886"/>
            <ac:spMk id="3" creationId="{E92BADA1-E969-E538-276C-A722D26F1746}"/>
          </ac:spMkLst>
        </pc:spChg>
        <pc:spChg chg="mod">
          <ac:chgData name="Hatton, Luke K" userId="ad85630f-49de-4a5e-bc9c-ce7887b3f717" providerId="ADAL" clId="{4444474B-712E-0143-A444-49911571031E}" dt="2025-01-21T21:04:22.113" v="2666" actId="20577"/>
          <ac:spMkLst>
            <pc:docMk/>
            <pc:sldMk cId="1782266059" sldId="2886"/>
            <ac:spMk id="4" creationId="{F6DF0251-5A8F-8C8E-CC60-91C864B125EC}"/>
          </ac:spMkLst>
        </pc:spChg>
        <pc:picChg chg="add mod">
          <ac:chgData name="Hatton, Luke K" userId="ad85630f-49de-4a5e-bc9c-ce7887b3f717" providerId="ADAL" clId="{4444474B-712E-0143-A444-49911571031E}" dt="2025-01-22T21:08:20.989" v="5175"/>
          <ac:picMkLst>
            <pc:docMk/>
            <pc:sldMk cId="1782266059" sldId="2886"/>
            <ac:picMk id="2" creationId="{3FCAD299-B7E6-67E3-4956-70D10CA9E1D2}"/>
          </ac:picMkLst>
        </pc:picChg>
      </pc:sldChg>
      <pc:sldChg chg="del">
        <pc:chgData name="Hatton, Luke K" userId="ad85630f-49de-4a5e-bc9c-ce7887b3f717" providerId="ADAL" clId="{4444474B-712E-0143-A444-49911571031E}" dt="2025-01-22T21:42:42.072" v="6991" actId="2696"/>
        <pc:sldMkLst>
          <pc:docMk/>
          <pc:sldMk cId="3256962935" sldId="2887"/>
        </pc:sldMkLst>
      </pc:sldChg>
      <pc:sldChg chg="modSp mod">
        <pc:chgData name="Hatton, Luke K" userId="ad85630f-49de-4a5e-bc9c-ce7887b3f717" providerId="ADAL" clId="{4444474B-712E-0143-A444-49911571031E}" dt="2025-01-22T21:30:06.005" v="6044" actId="20577"/>
        <pc:sldMkLst>
          <pc:docMk/>
          <pc:sldMk cId="267267517" sldId="2888"/>
        </pc:sldMkLst>
        <pc:spChg chg="mod">
          <ac:chgData name="Hatton, Luke K" userId="ad85630f-49de-4a5e-bc9c-ce7887b3f717" providerId="ADAL" clId="{4444474B-712E-0143-A444-49911571031E}" dt="2025-01-22T21:30:06.005" v="6044" actId="20577"/>
          <ac:spMkLst>
            <pc:docMk/>
            <pc:sldMk cId="267267517" sldId="2888"/>
            <ac:spMk id="7" creationId="{003C3AFB-6A33-9679-6B28-F3C528F8E68B}"/>
          </ac:spMkLst>
        </pc:spChg>
      </pc:sldChg>
      <pc:sldChg chg="modSp mod">
        <pc:chgData name="Hatton, Luke K" userId="ad85630f-49de-4a5e-bc9c-ce7887b3f717" providerId="ADAL" clId="{4444474B-712E-0143-A444-49911571031E}" dt="2025-01-21T20:28:55.188" v="344" actId="20577"/>
        <pc:sldMkLst>
          <pc:docMk/>
          <pc:sldMk cId="1281663715" sldId="2889"/>
        </pc:sldMkLst>
        <pc:spChg chg="mod">
          <ac:chgData name="Hatton, Luke K" userId="ad85630f-49de-4a5e-bc9c-ce7887b3f717" providerId="ADAL" clId="{4444474B-712E-0143-A444-49911571031E}" dt="2025-01-21T20:28:55.188" v="344" actId="20577"/>
          <ac:spMkLst>
            <pc:docMk/>
            <pc:sldMk cId="1281663715" sldId="2889"/>
            <ac:spMk id="7" creationId="{9863F435-208B-7FBC-DF44-E7C68EF460E3}"/>
          </ac:spMkLst>
        </pc:spChg>
      </pc:sldChg>
      <pc:sldChg chg="modSp mod">
        <pc:chgData name="Hatton, Luke K" userId="ad85630f-49de-4a5e-bc9c-ce7887b3f717" providerId="ADAL" clId="{4444474B-712E-0143-A444-49911571031E}" dt="2025-01-21T20:29:18.670" v="386" actId="20577"/>
        <pc:sldMkLst>
          <pc:docMk/>
          <pc:sldMk cId="459910111" sldId="2890"/>
        </pc:sldMkLst>
        <pc:spChg chg="mod">
          <ac:chgData name="Hatton, Luke K" userId="ad85630f-49de-4a5e-bc9c-ce7887b3f717" providerId="ADAL" clId="{4444474B-712E-0143-A444-49911571031E}" dt="2025-01-21T20:29:18.670" v="386" actId="20577"/>
          <ac:spMkLst>
            <pc:docMk/>
            <pc:sldMk cId="459910111" sldId="2890"/>
            <ac:spMk id="7" creationId="{E4FB6077-3A21-A117-B7EC-AE2C328C95EE}"/>
          </ac:spMkLst>
        </pc:spChg>
      </pc:sldChg>
      <pc:sldChg chg="modSp add del mod">
        <pc:chgData name="Hatton, Luke K" userId="ad85630f-49de-4a5e-bc9c-ce7887b3f717" providerId="ADAL" clId="{4444474B-712E-0143-A444-49911571031E}" dt="2025-01-22T21:34:12.532" v="6554" actId="2696"/>
        <pc:sldMkLst>
          <pc:docMk/>
          <pc:sldMk cId="3589362604" sldId="2891"/>
        </pc:sldMkLst>
      </pc:sldChg>
      <pc:sldChg chg="addSp delSp modSp add mod ord">
        <pc:chgData name="Hatton, Luke K" userId="ad85630f-49de-4a5e-bc9c-ce7887b3f717" providerId="ADAL" clId="{4444474B-712E-0143-A444-49911571031E}" dt="2025-01-22T21:04:18.756" v="4827" actId="20577"/>
        <pc:sldMkLst>
          <pc:docMk/>
          <pc:sldMk cId="1357203102" sldId="2892"/>
        </pc:sldMkLst>
        <pc:spChg chg="add mod">
          <ac:chgData name="Hatton, Luke K" userId="ad85630f-49de-4a5e-bc9c-ce7887b3f717" providerId="ADAL" clId="{4444474B-712E-0143-A444-49911571031E}" dt="2025-01-22T21:04:18.756" v="4827" actId="20577"/>
          <ac:spMkLst>
            <pc:docMk/>
            <pc:sldMk cId="1357203102" sldId="2892"/>
            <ac:spMk id="6" creationId="{B9CD9FD5-B261-A665-8EA0-83694F6B246E}"/>
          </ac:spMkLst>
        </pc:spChg>
        <pc:picChg chg="add mod">
          <ac:chgData name="Hatton, Luke K" userId="ad85630f-49de-4a5e-bc9c-ce7887b3f717" providerId="ADAL" clId="{4444474B-712E-0143-A444-49911571031E}" dt="2025-01-22T21:03:54.246" v="4716" actId="1076"/>
          <ac:picMkLst>
            <pc:docMk/>
            <pc:sldMk cId="1357203102" sldId="2892"/>
            <ac:picMk id="2050" creationId="{BCF37E9B-222B-37F1-E6B4-36FB8790AC8B}"/>
          </ac:picMkLst>
        </pc:picChg>
      </pc:sldChg>
      <pc:sldChg chg="addSp delSp modSp add mod ord">
        <pc:chgData name="Hatton, Luke K" userId="ad85630f-49de-4a5e-bc9c-ce7887b3f717" providerId="ADAL" clId="{4444474B-712E-0143-A444-49911571031E}" dt="2025-01-22T21:41:47.250" v="6972" actId="20577"/>
        <pc:sldMkLst>
          <pc:docMk/>
          <pc:sldMk cId="3285419902" sldId="2893"/>
        </pc:sldMkLst>
        <pc:spChg chg="add mod">
          <ac:chgData name="Hatton, Luke K" userId="ad85630f-49de-4a5e-bc9c-ce7887b3f717" providerId="ADAL" clId="{4444474B-712E-0143-A444-49911571031E}" dt="2025-01-22T21:41:47.250" v="6972" actId="20577"/>
          <ac:spMkLst>
            <pc:docMk/>
            <pc:sldMk cId="3285419902" sldId="2893"/>
            <ac:spMk id="6" creationId="{CCA3054C-BF74-2E24-151A-29678259FFDA}"/>
          </ac:spMkLst>
        </pc:spChg>
        <pc:picChg chg="add mod">
          <ac:chgData name="Hatton, Luke K" userId="ad85630f-49de-4a5e-bc9c-ce7887b3f717" providerId="ADAL" clId="{4444474B-712E-0143-A444-49911571031E}" dt="2025-01-22T21:39:53.012" v="6581" actId="1076"/>
          <ac:picMkLst>
            <pc:docMk/>
            <pc:sldMk cId="3285419902" sldId="2893"/>
            <ac:picMk id="3" creationId="{4364DE68-1C3D-1861-D151-02A3FF8BD1E4}"/>
          </ac:picMkLst>
        </pc:picChg>
      </pc:sldChg>
      <pc:sldChg chg="add del">
        <pc:chgData name="Hatton, Luke K" userId="ad85630f-49de-4a5e-bc9c-ce7887b3f717" providerId="ADAL" clId="{4444474B-712E-0143-A444-49911571031E}" dt="2025-01-21T21:01:27.860" v="1973" actId="2696"/>
        <pc:sldMkLst>
          <pc:docMk/>
          <pc:sldMk cId="258812850" sldId="2894"/>
        </pc:sldMkLst>
      </pc:sldChg>
      <pc:sldChg chg="addSp delSp modSp add mod">
        <pc:chgData name="Hatton, Luke K" userId="ad85630f-49de-4a5e-bc9c-ce7887b3f717" providerId="ADAL" clId="{4444474B-712E-0143-A444-49911571031E}" dt="2025-01-22T21:42:01.128" v="6975"/>
        <pc:sldMkLst>
          <pc:docMk/>
          <pc:sldMk cId="3634305625" sldId="2894"/>
        </pc:sldMkLst>
        <pc:spChg chg="add mod">
          <ac:chgData name="Hatton, Luke K" userId="ad85630f-49de-4a5e-bc9c-ce7887b3f717" providerId="ADAL" clId="{4444474B-712E-0143-A444-49911571031E}" dt="2025-01-22T20:53:11.228" v="4264"/>
          <ac:spMkLst>
            <pc:docMk/>
            <pc:sldMk cId="3634305625" sldId="2894"/>
            <ac:spMk id="9" creationId="{FA06C496-D2B8-F9F5-6D35-BCE4136F1360}"/>
          </ac:spMkLst>
        </pc:spChg>
        <pc:spChg chg="add mod">
          <ac:chgData name="Hatton, Luke K" userId="ad85630f-49de-4a5e-bc9c-ce7887b3f717" providerId="ADAL" clId="{4444474B-712E-0143-A444-49911571031E}" dt="2025-01-22T20:53:11.228" v="4264"/>
          <ac:spMkLst>
            <pc:docMk/>
            <pc:sldMk cId="3634305625" sldId="2894"/>
            <ac:spMk id="10" creationId="{5FE0131E-3A13-29D4-42F0-5FB3EBA4C3BF}"/>
          </ac:spMkLst>
        </pc:spChg>
        <pc:spChg chg="add mod">
          <ac:chgData name="Hatton, Luke K" userId="ad85630f-49de-4a5e-bc9c-ce7887b3f717" providerId="ADAL" clId="{4444474B-712E-0143-A444-49911571031E}" dt="2025-01-22T21:42:01.128" v="6975"/>
          <ac:spMkLst>
            <pc:docMk/>
            <pc:sldMk cId="3634305625" sldId="2894"/>
            <ac:spMk id="13" creationId="{6DFC9569-4E88-70E3-2379-7C07B9654C2C}"/>
          </ac:spMkLst>
        </pc:spChg>
      </pc:sldChg>
      <pc:sldChg chg="addSp delSp modSp add mod">
        <pc:chgData name="Hatton, Luke K" userId="ad85630f-49de-4a5e-bc9c-ce7887b3f717" providerId="ADAL" clId="{4444474B-712E-0143-A444-49911571031E}" dt="2025-01-22T21:49:59.516" v="7428" actId="5793"/>
        <pc:sldMkLst>
          <pc:docMk/>
          <pc:sldMk cId="3326648801" sldId="2895"/>
        </pc:sldMkLst>
        <pc:spChg chg="add mod">
          <ac:chgData name="Hatton, Luke K" userId="ad85630f-49de-4a5e-bc9c-ce7887b3f717" providerId="ADAL" clId="{4444474B-712E-0143-A444-49911571031E}" dt="2025-01-22T21:49:59.516" v="7428" actId="5793"/>
          <ac:spMkLst>
            <pc:docMk/>
            <pc:sldMk cId="3326648801" sldId="2895"/>
            <ac:spMk id="9" creationId="{CF099EB8-F371-707F-7E62-186E36621912}"/>
          </ac:spMkLst>
        </pc:spChg>
        <pc:spChg chg="add mod">
          <ac:chgData name="Hatton, Luke K" userId="ad85630f-49de-4a5e-bc9c-ce7887b3f717" providerId="ADAL" clId="{4444474B-712E-0143-A444-49911571031E}" dt="2025-01-22T21:48:58.587" v="7310" actId="20577"/>
          <ac:spMkLst>
            <pc:docMk/>
            <pc:sldMk cId="3326648801" sldId="2895"/>
            <ac:spMk id="12" creationId="{AE4C87DA-8226-3517-B415-B6E53DF911E1}"/>
          </ac:spMkLst>
        </pc:spChg>
        <pc:picChg chg="add mod">
          <ac:chgData name="Hatton, Luke K" userId="ad85630f-49de-4a5e-bc9c-ce7887b3f717" providerId="ADAL" clId="{4444474B-712E-0143-A444-49911571031E}" dt="2025-01-22T20:57:24.580" v="4299"/>
          <ac:picMkLst>
            <pc:docMk/>
            <pc:sldMk cId="3326648801" sldId="2895"/>
            <ac:picMk id="8" creationId="{89223705-2E49-BA87-43B8-671341C448DD}"/>
          </ac:picMkLst>
        </pc:picChg>
      </pc:sldChg>
      <pc:sldChg chg="addSp delSp modSp add mod">
        <pc:chgData name="Hatton, Luke K" userId="ad85630f-49de-4a5e-bc9c-ce7887b3f717" providerId="ADAL" clId="{4444474B-712E-0143-A444-49911571031E}" dt="2025-01-22T21:49:05.502" v="7315"/>
        <pc:sldMkLst>
          <pc:docMk/>
          <pc:sldMk cId="2123954175" sldId="2896"/>
        </pc:sldMkLst>
        <pc:spChg chg="add mod">
          <ac:chgData name="Hatton, Luke K" userId="ad85630f-49de-4a5e-bc9c-ce7887b3f717" providerId="ADAL" clId="{4444474B-712E-0143-A444-49911571031E}" dt="2025-01-22T20:53:34.075" v="4266"/>
          <ac:spMkLst>
            <pc:docMk/>
            <pc:sldMk cId="2123954175" sldId="2896"/>
            <ac:spMk id="2" creationId="{320CDA1F-CF31-7347-D990-665EB2C89C60}"/>
          </ac:spMkLst>
        </pc:spChg>
        <pc:spChg chg="add mod">
          <ac:chgData name="Hatton, Luke K" userId="ad85630f-49de-4a5e-bc9c-ce7887b3f717" providerId="ADAL" clId="{4444474B-712E-0143-A444-49911571031E}" dt="2025-01-22T21:49:05.502" v="7315"/>
          <ac:spMkLst>
            <pc:docMk/>
            <pc:sldMk cId="2123954175" sldId="2896"/>
            <ac:spMk id="9" creationId="{5D18980D-2F63-9789-46A8-E85D0011F7D0}"/>
          </ac:spMkLst>
        </pc:spChg>
      </pc:sldChg>
      <pc:sldChg chg="addSp delSp modSp add mod">
        <pc:chgData name="Hatton, Luke K" userId="ad85630f-49de-4a5e-bc9c-ce7887b3f717" providerId="ADAL" clId="{4444474B-712E-0143-A444-49911571031E}" dt="2025-01-22T21:42:17.293" v="6987"/>
        <pc:sldMkLst>
          <pc:docMk/>
          <pc:sldMk cId="839962957" sldId="2897"/>
        </pc:sldMkLst>
        <pc:spChg chg="mod">
          <ac:chgData name="Hatton, Luke K" userId="ad85630f-49de-4a5e-bc9c-ce7887b3f717" providerId="ADAL" clId="{4444474B-712E-0143-A444-49911571031E}" dt="2025-01-21T21:03:02.322" v="2394" actId="20577"/>
          <ac:spMkLst>
            <pc:docMk/>
            <pc:sldMk cId="839962957" sldId="2897"/>
            <ac:spMk id="7" creationId="{84244FF9-87B9-7677-AE60-D3D6A06DABFF}"/>
          </ac:spMkLst>
        </pc:spChg>
        <pc:spChg chg="add mod">
          <ac:chgData name="Hatton, Luke K" userId="ad85630f-49de-4a5e-bc9c-ce7887b3f717" providerId="ADAL" clId="{4444474B-712E-0143-A444-49911571031E}" dt="2025-01-22T21:42:17.293" v="6987"/>
          <ac:spMkLst>
            <pc:docMk/>
            <pc:sldMk cId="839962957" sldId="2897"/>
            <ac:spMk id="8" creationId="{686672F0-FD7D-BA0C-E8C1-7D168D169719}"/>
          </ac:spMkLst>
        </pc:spChg>
      </pc:sldChg>
      <pc:sldChg chg="addSp delSp modSp add mod">
        <pc:chgData name="Hatton, Luke K" userId="ad85630f-49de-4a5e-bc9c-ce7887b3f717" providerId="ADAL" clId="{4444474B-712E-0143-A444-49911571031E}" dt="2025-01-22T21:49:10.760" v="7318"/>
        <pc:sldMkLst>
          <pc:docMk/>
          <pc:sldMk cId="4199316074" sldId="2898"/>
        </pc:sldMkLst>
        <pc:spChg chg="add mod">
          <ac:chgData name="Hatton, Luke K" userId="ad85630f-49de-4a5e-bc9c-ce7887b3f717" providerId="ADAL" clId="{4444474B-712E-0143-A444-49911571031E}" dt="2025-01-22T20:54:19.739" v="4268"/>
          <ac:spMkLst>
            <pc:docMk/>
            <pc:sldMk cId="4199316074" sldId="2898"/>
            <ac:spMk id="2" creationId="{36433A6B-64C4-BF33-7D8D-88C14BF8AB0C}"/>
          </ac:spMkLst>
        </pc:spChg>
        <pc:spChg chg="add mod">
          <ac:chgData name="Hatton, Luke K" userId="ad85630f-49de-4a5e-bc9c-ce7887b3f717" providerId="ADAL" clId="{4444474B-712E-0143-A444-49911571031E}" dt="2025-01-22T20:54:19.739" v="4268"/>
          <ac:spMkLst>
            <pc:docMk/>
            <pc:sldMk cId="4199316074" sldId="2898"/>
            <ac:spMk id="3" creationId="{F26A86D5-50F0-DE86-3A0F-E65B89EA9C5E}"/>
          </ac:spMkLst>
        </pc:spChg>
        <pc:spChg chg="add mod">
          <ac:chgData name="Hatton, Luke K" userId="ad85630f-49de-4a5e-bc9c-ce7887b3f717" providerId="ADAL" clId="{4444474B-712E-0143-A444-49911571031E}" dt="2025-01-22T21:49:10.760" v="7318"/>
          <ac:spMkLst>
            <pc:docMk/>
            <pc:sldMk cId="4199316074" sldId="2898"/>
            <ac:spMk id="9" creationId="{041D9F62-40EE-7B06-D5ED-D86846511E71}"/>
          </ac:spMkLst>
        </pc:spChg>
      </pc:sldChg>
      <pc:sldChg chg="addSp modSp add mod ord">
        <pc:chgData name="Hatton, Luke K" userId="ad85630f-49de-4a5e-bc9c-ce7887b3f717" providerId="ADAL" clId="{4444474B-712E-0143-A444-49911571031E}" dt="2025-01-22T21:28:14.470" v="5934" actId="20577"/>
        <pc:sldMkLst>
          <pc:docMk/>
          <pc:sldMk cId="506503849" sldId="2899"/>
        </pc:sldMkLst>
        <pc:spChg chg="mod">
          <ac:chgData name="Hatton, Luke K" userId="ad85630f-49de-4a5e-bc9c-ce7887b3f717" providerId="ADAL" clId="{4444474B-712E-0143-A444-49911571031E}" dt="2025-01-22T21:28:14.470" v="5934" actId="20577"/>
          <ac:spMkLst>
            <pc:docMk/>
            <pc:sldMk cId="506503849" sldId="2899"/>
            <ac:spMk id="7" creationId="{4B972592-0BCC-0A2D-0535-0DDDD0D4DE91}"/>
          </ac:spMkLst>
        </pc:spChg>
        <pc:picChg chg="add mod">
          <ac:chgData name="Hatton, Luke K" userId="ad85630f-49de-4a5e-bc9c-ce7887b3f717" providerId="ADAL" clId="{4444474B-712E-0143-A444-49911571031E}" dt="2025-01-22T21:25:09.132" v="5381" actId="1076"/>
          <ac:picMkLst>
            <pc:docMk/>
            <pc:sldMk cId="506503849" sldId="2899"/>
            <ac:picMk id="3" creationId="{8E76E35C-ECFC-EC53-FC20-0115BE4B1801}"/>
          </ac:picMkLst>
        </pc:picChg>
      </pc:sldChg>
      <pc:sldChg chg="delSp modSp add del mod">
        <pc:chgData name="Hatton, Luke K" userId="ad85630f-49de-4a5e-bc9c-ce7887b3f717" providerId="ADAL" clId="{4444474B-712E-0143-A444-49911571031E}" dt="2025-01-22T21:53:27.178" v="8048" actId="2696"/>
        <pc:sldMkLst>
          <pc:docMk/>
          <pc:sldMk cId="1211611918" sldId="2900"/>
        </pc:sldMkLst>
      </pc:sldChg>
      <pc:sldChg chg="addSp modSp add mod">
        <pc:chgData name="Hatton, Luke K" userId="ad85630f-49de-4a5e-bc9c-ce7887b3f717" providerId="ADAL" clId="{4444474B-712E-0143-A444-49911571031E}" dt="2025-01-22T21:07:17.042" v="5172" actId="14100"/>
        <pc:sldMkLst>
          <pc:docMk/>
          <pc:sldMk cId="1325570926" sldId="2901"/>
        </pc:sldMkLst>
        <pc:spChg chg="add mod">
          <ac:chgData name="Hatton, Luke K" userId="ad85630f-49de-4a5e-bc9c-ce7887b3f717" providerId="ADAL" clId="{4444474B-712E-0143-A444-49911571031E}" dt="2025-01-22T21:07:17.042" v="5172" actId="14100"/>
          <ac:spMkLst>
            <pc:docMk/>
            <pc:sldMk cId="1325570926" sldId="2901"/>
            <ac:spMk id="2" creationId="{D74AD1BB-3E36-EA1E-A0A6-C75522B024E0}"/>
          </ac:spMkLst>
        </pc:spChg>
        <pc:spChg chg="mod">
          <ac:chgData name="Hatton, Luke K" userId="ad85630f-49de-4a5e-bc9c-ce7887b3f717" providerId="ADAL" clId="{4444474B-712E-0143-A444-49911571031E}" dt="2025-01-22T20:49:01.028" v="3774" actId="20577"/>
          <ac:spMkLst>
            <pc:docMk/>
            <pc:sldMk cId="1325570926" sldId="2901"/>
            <ac:spMk id="7" creationId="{CD5483D5-3F86-6D24-ABF3-0F560449B3A5}"/>
          </ac:spMkLst>
        </pc:spChg>
        <pc:picChg chg="add mod">
          <ac:chgData name="Hatton, Luke K" userId="ad85630f-49de-4a5e-bc9c-ce7887b3f717" providerId="ADAL" clId="{4444474B-712E-0143-A444-49911571031E}" dt="2025-01-22T21:07:14.878" v="5171" actId="1076"/>
          <ac:picMkLst>
            <pc:docMk/>
            <pc:sldMk cId="1325570926" sldId="2901"/>
            <ac:picMk id="1026" creationId="{B42768A9-8E5C-2415-3A63-672DCCFC34A4}"/>
          </ac:picMkLst>
        </pc:picChg>
      </pc:sldChg>
      <pc:sldChg chg="addSp delSp modSp add mod">
        <pc:chgData name="Hatton, Luke K" userId="ad85630f-49de-4a5e-bc9c-ce7887b3f717" providerId="ADAL" clId="{4444474B-712E-0143-A444-49911571031E}" dt="2025-01-22T21:42:11.915" v="6982"/>
        <pc:sldMkLst>
          <pc:docMk/>
          <pc:sldMk cId="920286379" sldId="2902"/>
        </pc:sldMkLst>
        <pc:spChg chg="add mod">
          <ac:chgData name="Hatton, Luke K" userId="ad85630f-49de-4a5e-bc9c-ce7887b3f717" providerId="ADAL" clId="{4444474B-712E-0143-A444-49911571031E}" dt="2025-01-22T21:42:11.915" v="6982"/>
          <ac:spMkLst>
            <pc:docMk/>
            <pc:sldMk cId="920286379" sldId="2902"/>
            <ac:spMk id="9" creationId="{E52A7160-4BAE-B933-BC6F-24BE1D9D1F5F}"/>
          </ac:spMkLst>
        </pc:spChg>
      </pc:sldChg>
      <pc:sldChg chg="addSp modSp add mod">
        <pc:chgData name="Hatton, Luke K" userId="ad85630f-49de-4a5e-bc9c-ce7887b3f717" providerId="ADAL" clId="{4444474B-712E-0143-A444-49911571031E}" dt="2025-01-22T21:05:30" v="4830" actId="14100"/>
        <pc:sldMkLst>
          <pc:docMk/>
          <pc:sldMk cId="2810585891" sldId="2903"/>
        </pc:sldMkLst>
        <pc:spChg chg="mod">
          <ac:chgData name="Hatton, Luke K" userId="ad85630f-49de-4a5e-bc9c-ce7887b3f717" providerId="ADAL" clId="{4444474B-712E-0143-A444-49911571031E}" dt="2025-01-22T21:05:30" v="4830" actId="14100"/>
          <ac:spMkLst>
            <pc:docMk/>
            <pc:sldMk cId="2810585891" sldId="2903"/>
            <ac:spMk id="7" creationId="{CD5483D5-3F86-6D24-ABF3-0F560449B3A5}"/>
          </ac:spMkLst>
        </pc:spChg>
        <pc:picChg chg="add mod">
          <ac:chgData name="Hatton, Luke K" userId="ad85630f-49de-4a5e-bc9c-ce7887b3f717" providerId="ADAL" clId="{4444474B-712E-0143-A444-49911571031E}" dt="2025-01-22T21:05:27.696" v="4829" actId="1076"/>
          <ac:picMkLst>
            <pc:docMk/>
            <pc:sldMk cId="2810585891" sldId="2903"/>
            <ac:picMk id="3074" creationId="{2667DDB9-F9EA-4CC0-C161-9EC25B8B06D8}"/>
          </ac:picMkLst>
        </pc:picChg>
      </pc:sldChg>
      <pc:sldChg chg="addSp delSp modSp add mod">
        <pc:chgData name="Hatton, Luke K" userId="ad85630f-49de-4a5e-bc9c-ce7887b3f717" providerId="ADAL" clId="{4444474B-712E-0143-A444-49911571031E}" dt="2025-01-22T21:27:38.467" v="5858" actId="20577"/>
        <pc:sldMkLst>
          <pc:docMk/>
          <pc:sldMk cId="3398676812" sldId="2904"/>
        </pc:sldMkLst>
        <pc:spChg chg="add mod">
          <ac:chgData name="Hatton, Luke K" userId="ad85630f-49de-4a5e-bc9c-ce7887b3f717" providerId="ADAL" clId="{4444474B-712E-0143-A444-49911571031E}" dt="2025-01-22T21:27:38.467" v="5858" actId="20577"/>
          <ac:spMkLst>
            <pc:docMk/>
            <pc:sldMk cId="3398676812" sldId="2904"/>
            <ac:spMk id="8" creationId="{B1D2426D-6936-CB11-A344-3CFBA95FD4E6}"/>
          </ac:spMkLst>
        </pc:spChg>
        <pc:picChg chg="add mod">
          <ac:chgData name="Hatton, Luke K" userId="ad85630f-49de-4a5e-bc9c-ce7887b3f717" providerId="ADAL" clId="{4444474B-712E-0143-A444-49911571031E}" dt="2025-01-22T21:27:31.240" v="5833" actId="1076"/>
          <ac:picMkLst>
            <pc:docMk/>
            <pc:sldMk cId="3398676812" sldId="2904"/>
            <ac:picMk id="7" creationId="{E25C3B19-6379-ECF8-9B66-AB6983EDA84E}"/>
          </ac:picMkLst>
        </pc:picChg>
      </pc:sldChg>
      <pc:sldChg chg="addSp delSp modSp add mod">
        <pc:chgData name="Hatton, Luke K" userId="ad85630f-49de-4a5e-bc9c-ce7887b3f717" providerId="ADAL" clId="{4444474B-712E-0143-A444-49911571031E}" dt="2025-01-22T21:35:24.890" v="6572" actId="1076"/>
        <pc:sldMkLst>
          <pc:docMk/>
          <pc:sldMk cId="423866011" sldId="2905"/>
        </pc:sldMkLst>
        <pc:graphicFrameChg chg="add mod modGraphic">
          <ac:chgData name="Hatton, Luke K" userId="ad85630f-49de-4a5e-bc9c-ce7887b3f717" providerId="ADAL" clId="{4444474B-712E-0143-A444-49911571031E}" dt="2025-01-22T21:35:24.890" v="6572" actId="1076"/>
          <ac:graphicFrameMkLst>
            <pc:docMk/>
            <pc:sldMk cId="423866011" sldId="2905"/>
            <ac:graphicFrameMk id="3" creationId="{D8B61F7A-BF63-5A92-6DE4-D2912EE3BE3C}"/>
          </ac:graphicFrameMkLst>
        </pc:graphicFrameChg>
      </pc:sldChg>
      <pc:sldChg chg="add del">
        <pc:chgData name="Hatton, Luke K" userId="ad85630f-49de-4a5e-bc9c-ce7887b3f717" providerId="ADAL" clId="{4444474B-712E-0143-A444-49911571031E}" dt="2025-01-22T21:27:43.192" v="5859" actId="2696"/>
        <pc:sldMkLst>
          <pc:docMk/>
          <pc:sldMk cId="3731665483" sldId="2905"/>
        </pc:sldMkLst>
      </pc:sldChg>
      <pc:sldChg chg="modSp add mod">
        <pc:chgData name="Hatton, Luke K" userId="ad85630f-49de-4a5e-bc9c-ce7887b3f717" providerId="ADAL" clId="{4444474B-712E-0143-A444-49911571031E}" dt="2025-01-22T21:52:49.218" v="8044" actId="20577"/>
        <pc:sldMkLst>
          <pc:docMk/>
          <pc:sldMk cId="3422086560" sldId="2906"/>
        </pc:sldMkLst>
        <pc:spChg chg="mod">
          <ac:chgData name="Hatton, Luke K" userId="ad85630f-49de-4a5e-bc9c-ce7887b3f717" providerId="ADAL" clId="{4444474B-712E-0143-A444-49911571031E}" dt="2025-01-22T21:52:49.218" v="8044" actId="20577"/>
          <ac:spMkLst>
            <pc:docMk/>
            <pc:sldMk cId="3422086560" sldId="2906"/>
            <ac:spMk id="2" creationId="{320CDA1F-CF31-7347-D990-665EB2C89C60}"/>
          </ac:spMkLst>
        </pc:spChg>
      </pc:sldChg>
    </pc:docChg>
  </pc:docChgLst>
  <pc:docChgLst>
    <pc:chgData name="William Collier" userId="S::w.a.i.collier1_lboro.ac.uk#ext#@unioxfordnexus.onmicrosoft.com::76426f4a-d077-4458-9b77-af10ac4ee270" providerId="AD" clId="Web-{AA0A4DE5-75F7-39DC-7BDF-51F640277001}"/>
    <pc:docChg chg="mod modSld">
      <pc:chgData name="William Collier" userId="S::w.a.i.collier1_lboro.ac.uk#ext#@unioxfordnexus.onmicrosoft.com::76426f4a-d077-4458-9b77-af10ac4ee270" providerId="AD" clId="Web-{AA0A4DE5-75F7-39DC-7BDF-51F640277001}" dt="2025-01-24T12:13:37.032" v="7" actId="20577"/>
      <pc:docMkLst>
        <pc:docMk/>
      </pc:docMkLst>
      <pc:sldChg chg="modSp">
        <pc:chgData name="William Collier" userId="S::w.a.i.collier1_lboro.ac.uk#ext#@unioxfordnexus.onmicrosoft.com::76426f4a-d077-4458-9b77-af10ac4ee270" providerId="AD" clId="Web-{AA0A4DE5-75F7-39DC-7BDF-51F640277001}" dt="2025-01-24T12:13:37.032" v="7" actId="20577"/>
        <pc:sldMkLst>
          <pc:docMk/>
          <pc:sldMk cId="2051032606" sldId="2880"/>
        </pc:sldMkLst>
        <pc:spChg chg="mod">
          <ac:chgData name="William Collier" userId="S::w.a.i.collier1_lboro.ac.uk#ext#@unioxfordnexus.onmicrosoft.com::76426f4a-d077-4458-9b77-af10ac4ee270" providerId="AD" clId="Web-{AA0A4DE5-75F7-39DC-7BDF-51F640277001}" dt="2025-01-24T12:13:37.032" v="7" actId="20577"/>
          <ac:spMkLst>
            <pc:docMk/>
            <pc:sldMk cId="2051032606" sldId="2880"/>
            <ac:spMk id="14" creationId="{B5635308-3D92-24A5-D61D-A82A354A364F}"/>
          </ac:spMkLst>
        </pc:spChg>
      </pc:sldChg>
    </pc:docChg>
  </pc:docChgLst>
  <pc:docChgLst>
    <pc:chgData name="luke.hatton@iea.org" userId="S::urn:spo:guest#luke.hatton@iea.org::" providerId="AD" clId="Web-{C2832824-927C-CE9B-8EE1-54AE20A6C30E}"/>
    <pc:docChg chg="addSld modSld sldOrd modSection">
      <pc:chgData name="luke.hatton@iea.org" userId="S::urn:spo:guest#luke.hatton@iea.org::" providerId="AD" clId="Web-{C2832824-927C-CE9B-8EE1-54AE20A6C30E}" dt="2025-01-23T08:59:36.915" v="2545" actId="20577"/>
      <pc:docMkLst>
        <pc:docMk/>
      </pc:docMkLst>
      <pc:sldChg chg="modSp">
        <pc:chgData name="luke.hatton@iea.org" userId="S::urn:spo:guest#luke.hatton@iea.org::" providerId="AD" clId="Web-{C2832824-927C-CE9B-8EE1-54AE20A6C30E}" dt="2025-01-23T08:13:22.721" v="174" actId="20577"/>
        <pc:sldMkLst>
          <pc:docMk/>
          <pc:sldMk cId="3421082469" sldId="2831"/>
        </pc:sldMkLst>
        <pc:spChg chg="mod">
          <ac:chgData name="luke.hatton@iea.org" userId="S::urn:spo:guest#luke.hatton@iea.org::" providerId="AD" clId="Web-{C2832824-927C-CE9B-8EE1-54AE20A6C30E}" dt="2025-01-23T08:13:22.721" v="174" actId="20577"/>
          <ac:spMkLst>
            <pc:docMk/>
            <pc:sldMk cId="3421082469" sldId="2831"/>
            <ac:spMk id="2" creationId="{9A171AD5-06A3-0B09-59DC-6108A660401E}"/>
          </ac:spMkLst>
        </pc:spChg>
        <pc:picChg chg="mod">
          <ac:chgData name="luke.hatton@iea.org" userId="S::urn:spo:guest#luke.hatton@iea.org::" providerId="AD" clId="Web-{C2832824-927C-CE9B-8EE1-54AE20A6C30E}" dt="2025-01-23T08:12:41.485" v="147" actId="1076"/>
          <ac:picMkLst>
            <pc:docMk/>
            <pc:sldMk cId="3421082469" sldId="2831"/>
            <ac:picMk id="5122" creationId="{20843836-A393-E326-990A-5E034E0D4343}"/>
          </ac:picMkLst>
        </pc:picChg>
      </pc:sldChg>
      <pc:sldChg chg="modSp">
        <pc:chgData name="luke.hatton@iea.org" userId="S::urn:spo:guest#luke.hatton@iea.org::" providerId="AD" clId="Web-{C2832824-927C-CE9B-8EE1-54AE20A6C30E}" dt="2025-01-23T08:15:49.521" v="374" actId="14100"/>
        <pc:sldMkLst>
          <pc:docMk/>
          <pc:sldMk cId="2051032606" sldId="2880"/>
        </pc:sldMkLst>
        <pc:spChg chg="mod">
          <ac:chgData name="luke.hatton@iea.org" userId="S::urn:spo:guest#luke.hatton@iea.org::" providerId="AD" clId="Web-{C2832824-927C-CE9B-8EE1-54AE20A6C30E}" dt="2025-01-23T08:15:49.521" v="374" actId="14100"/>
          <ac:spMkLst>
            <pc:docMk/>
            <pc:sldMk cId="2051032606" sldId="2880"/>
            <ac:spMk id="14" creationId="{B5635308-3D92-24A5-D61D-A82A354A364F}"/>
          </ac:spMkLst>
        </pc:spChg>
      </pc:sldChg>
      <pc:sldChg chg="modSp">
        <pc:chgData name="luke.hatton@iea.org" userId="S::urn:spo:guest#luke.hatton@iea.org::" providerId="AD" clId="Web-{C2832824-927C-CE9B-8EE1-54AE20A6C30E}" dt="2025-01-23T08:10:42.404" v="23" actId="20577"/>
        <pc:sldMkLst>
          <pc:docMk/>
          <pc:sldMk cId="1357203102" sldId="2892"/>
        </pc:sldMkLst>
        <pc:spChg chg="mod">
          <ac:chgData name="luke.hatton@iea.org" userId="S::urn:spo:guest#luke.hatton@iea.org::" providerId="AD" clId="Web-{C2832824-927C-CE9B-8EE1-54AE20A6C30E}" dt="2025-01-23T08:10:42.404" v="23" actId="20577"/>
          <ac:spMkLst>
            <pc:docMk/>
            <pc:sldMk cId="1357203102" sldId="2892"/>
            <ac:spMk id="6" creationId="{B9CD9FD5-B261-A665-8EA0-83694F6B246E}"/>
          </ac:spMkLst>
        </pc:spChg>
      </pc:sldChg>
      <pc:sldChg chg="modSp">
        <pc:chgData name="luke.hatton@iea.org" userId="S::urn:spo:guest#luke.hatton@iea.org::" providerId="AD" clId="Web-{C2832824-927C-CE9B-8EE1-54AE20A6C30E}" dt="2025-01-23T08:15:07.551" v="322" actId="20577"/>
        <pc:sldMkLst>
          <pc:docMk/>
          <pc:sldMk cId="3285419902" sldId="2893"/>
        </pc:sldMkLst>
        <pc:spChg chg="mod">
          <ac:chgData name="luke.hatton@iea.org" userId="S::urn:spo:guest#luke.hatton@iea.org::" providerId="AD" clId="Web-{C2832824-927C-CE9B-8EE1-54AE20A6C30E}" dt="2025-01-23T08:15:07.551" v="322" actId="20577"/>
          <ac:spMkLst>
            <pc:docMk/>
            <pc:sldMk cId="3285419902" sldId="2893"/>
            <ac:spMk id="6" creationId="{CCA3054C-BF74-2E24-151A-29678259FFDA}"/>
          </ac:spMkLst>
        </pc:spChg>
        <pc:picChg chg="mod">
          <ac:chgData name="luke.hatton@iea.org" userId="S::urn:spo:guest#luke.hatton@iea.org::" providerId="AD" clId="Web-{C2832824-927C-CE9B-8EE1-54AE20A6C30E}" dt="2025-01-23T08:13:31.127" v="175" actId="14100"/>
          <ac:picMkLst>
            <pc:docMk/>
            <pc:sldMk cId="3285419902" sldId="2893"/>
            <ac:picMk id="3" creationId="{4364DE68-1C3D-1861-D151-02A3FF8BD1E4}"/>
          </ac:picMkLst>
        </pc:picChg>
      </pc:sldChg>
      <pc:sldChg chg="modSp">
        <pc:chgData name="luke.hatton@iea.org" userId="S::urn:spo:guest#luke.hatton@iea.org::" providerId="AD" clId="Web-{C2832824-927C-CE9B-8EE1-54AE20A6C30E}" dt="2025-01-23T08:16:51.585" v="404" actId="20577"/>
        <pc:sldMkLst>
          <pc:docMk/>
          <pc:sldMk cId="3326648801" sldId="2895"/>
        </pc:sldMkLst>
        <pc:spChg chg="mod">
          <ac:chgData name="luke.hatton@iea.org" userId="S::urn:spo:guest#luke.hatton@iea.org::" providerId="AD" clId="Web-{C2832824-927C-CE9B-8EE1-54AE20A6C30E}" dt="2025-01-23T08:16:51.585" v="404" actId="20577"/>
          <ac:spMkLst>
            <pc:docMk/>
            <pc:sldMk cId="3326648801" sldId="2895"/>
            <ac:spMk id="9" creationId="{CF099EB8-F371-707F-7E62-186E36621912}"/>
          </ac:spMkLst>
        </pc:spChg>
      </pc:sldChg>
      <pc:sldChg chg="addSp modSp">
        <pc:chgData name="luke.hatton@iea.org" userId="S::urn:spo:guest#luke.hatton@iea.org::" providerId="AD" clId="Web-{C2832824-927C-CE9B-8EE1-54AE20A6C30E}" dt="2025-01-23T08:50:03.947" v="2046" actId="20577"/>
        <pc:sldMkLst>
          <pc:docMk/>
          <pc:sldMk cId="839962957" sldId="2897"/>
        </pc:sldMkLst>
        <pc:spChg chg="mod">
          <ac:chgData name="luke.hatton@iea.org" userId="S::urn:spo:guest#luke.hatton@iea.org::" providerId="AD" clId="Web-{C2832824-927C-CE9B-8EE1-54AE20A6C30E}" dt="2025-01-23T08:50:03.947" v="2046" actId="20577"/>
          <ac:spMkLst>
            <pc:docMk/>
            <pc:sldMk cId="839962957" sldId="2897"/>
            <ac:spMk id="7" creationId="{84244FF9-87B9-7677-AE60-D3D6A06DABFF}"/>
          </ac:spMkLst>
        </pc:spChg>
        <pc:spChg chg="mod">
          <ac:chgData name="luke.hatton@iea.org" userId="S::urn:spo:guest#luke.hatton@iea.org::" providerId="AD" clId="Web-{C2832824-927C-CE9B-8EE1-54AE20A6C30E}" dt="2025-01-23T08:26:32.256" v="1042" actId="1076"/>
          <ac:spMkLst>
            <pc:docMk/>
            <pc:sldMk cId="839962957" sldId="2897"/>
            <ac:spMk id="8" creationId="{686672F0-FD7D-BA0C-E8C1-7D168D169719}"/>
          </ac:spMkLst>
        </pc:spChg>
        <pc:picChg chg="add mod">
          <ac:chgData name="luke.hatton@iea.org" userId="S::urn:spo:guest#luke.hatton@iea.org::" providerId="AD" clId="Web-{C2832824-927C-CE9B-8EE1-54AE20A6C30E}" dt="2025-01-23T08:31:58.326" v="1218" actId="1076"/>
          <ac:picMkLst>
            <pc:docMk/>
            <pc:sldMk cId="839962957" sldId="2897"/>
            <ac:picMk id="2" creationId="{B4D8808D-E6B7-8601-7C3E-F10F962B62A0}"/>
          </ac:picMkLst>
        </pc:picChg>
      </pc:sldChg>
      <pc:sldChg chg="modSp">
        <pc:chgData name="luke.hatton@iea.org" userId="S::urn:spo:guest#luke.hatton@iea.org::" providerId="AD" clId="Web-{C2832824-927C-CE9B-8EE1-54AE20A6C30E}" dt="2025-01-23T08:50:58.308" v="2092" actId="20577"/>
        <pc:sldMkLst>
          <pc:docMk/>
          <pc:sldMk cId="4199316074" sldId="2898"/>
        </pc:sldMkLst>
        <pc:spChg chg="mod">
          <ac:chgData name="luke.hatton@iea.org" userId="S::urn:spo:guest#luke.hatton@iea.org::" providerId="AD" clId="Web-{C2832824-927C-CE9B-8EE1-54AE20A6C30E}" dt="2025-01-23T08:50:58.308" v="2092" actId="20577"/>
          <ac:spMkLst>
            <pc:docMk/>
            <pc:sldMk cId="4199316074" sldId="2898"/>
            <ac:spMk id="2" creationId="{36433A6B-64C4-BF33-7D8D-88C14BF8AB0C}"/>
          </ac:spMkLst>
        </pc:spChg>
      </pc:sldChg>
      <pc:sldChg chg="modSp">
        <pc:chgData name="luke.hatton@iea.org" userId="S::urn:spo:guest#luke.hatton@iea.org::" providerId="AD" clId="Web-{C2832824-927C-CE9B-8EE1-54AE20A6C30E}" dt="2025-01-23T08:59:25.446" v="2544" actId="14100"/>
        <pc:sldMkLst>
          <pc:docMk/>
          <pc:sldMk cId="506503849" sldId="2899"/>
        </pc:sldMkLst>
        <pc:spChg chg="mod">
          <ac:chgData name="luke.hatton@iea.org" userId="S::urn:spo:guest#luke.hatton@iea.org::" providerId="AD" clId="Web-{C2832824-927C-CE9B-8EE1-54AE20A6C30E}" dt="2025-01-23T08:59:25.446" v="2544" actId="14100"/>
          <ac:spMkLst>
            <pc:docMk/>
            <pc:sldMk cId="506503849" sldId="2899"/>
            <ac:spMk id="7" creationId="{4B972592-0BCC-0A2D-0535-0DDDD0D4DE91}"/>
          </ac:spMkLst>
        </pc:spChg>
      </pc:sldChg>
      <pc:sldChg chg="modSp">
        <pc:chgData name="luke.hatton@iea.org" userId="S::urn:spo:guest#luke.hatton@iea.org::" providerId="AD" clId="Web-{C2832824-927C-CE9B-8EE1-54AE20A6C30E}" dt="2025-01-23T08:12:10.844" v="108" actId="20577"/>
        <pc:sldMkLst>
          <pc:docMk/>
          <pc:sldMk cId="1325570926" sldId="2901"/>
        </pc:sldMkLst>
        <pc:spChg chg="mod">
          <ac:chgData name="luke.hatton@iea.org" userId="S::urn:spo:guest#luke.hatton@iea.org::" providerId="AD" clId="Web-{C2832824-927C-CE9B-8EE1-54AE20A6C30E}" dt="2025-01-23T08:12:10.844" v="108" actId="20577"/>
          <ac:spMkLst>
            <pc:docMk/>
            <pc:sldMk cId="1325570926" sldId="2901"/>
            <ac:spMk id="2" creationId="{D74AD1BB-3E36-EA1E-A0A6-C75522B024E0}"/>
          </ac:spMkLst>
        </pc:spChg>
        <pc:picChg chg="mod">
          <ac:chgData name="luke.hatton@iea.org" userId="S::urn:spo:guest#luke.hatton@iea.org::" providerId="AD" clId="Web-{C2832824-927C-CE9B-8EE1-54AE20A6C30E}" dt="2025-01-23T08:11:30.812" v="85" actId="1076"/>
          <ac:picMkLst>
            <pc:docMk/>
            <pc:sldMk cId="1325570926" sldId="2901"/>
            <ac:picMk id="1026" creationId="{B42768A9-8E5C-2415-3A63-672DCCFC34A4}"/>
          </ac:picMkLst>
        </pc:picChg>
      </pc:sldChg>
      <pc:sldChg chg="modSp">
        <pc:chgData name="luke.hatton@iea.org" userId="S::urn:spo:guest#luke.hatton@iea.org::" providerId="AD" clId="Web-{C2832824-927C-CE9B-8EE1-54AE20A6C30E}" dt="2025-01-23T08:59:36.915" v="2545" actId="20577"/>
        <pc:sldMkLst>
          <pc:docMk/>
          <pc:sldMk cId="3398676812" sldId="2904"/>
        </pc:sldMkLst>
        <pc:spChg chg="mod">
          <ac:chgData name="luke.hatton@iea.org" userId="S::urn:spo:guest#luke.hatton@iea.org::" providerId="AD" clId="Web-{C2832824-927C-CE9B-8EE1-54AE20A6C30E}" dt="2025-01-23T08:59:36.915" v="2545" actId="20577"/>
          <ac:spMkLst>
            <pc:docMk/>
            <pc:sldMk cId="3398676812" sldId="2904"/>
            <ac:spMk id="8" creationId="{B1D2426D-6936-CB11-A344-3CFBA95FD4E6}"/>
          </ac:spMkLst>
        </pc:spChg>
      </pc:sldChg>
      <pc:sldChg chg="modSp">
        <pc:chgData name="luke.hatton@iea.org" userId="S::urn:spo:guest#luke.hatton@iea.org::" providerId="AD" clId="Web-{C2832824-927C-CE9B-8EE1-54AE20A6C30E}" dt="2025-01-23T08:51:45.340" v="2155" actId="20577"/>
        <pc:sldMkLst>
          <pc:docMk/>
          <pc:sldMk cId="3422086560" sldId="2906"/>
        </pc:sldMkLst>
        <pc:spChg chg="mod">
          <ac:chgData name="luke.hatton@iea.org" userId="S::urn:spo:guest#luke.hatton@iea.org::" providerId="AD" clId="Web-{C2832824-927C-CE9B-8EE1-54AE20A6C30E}" dt="2025-01-23T08:51:45.340" v="2155" actId="20577"/>
          <ac:spMkLst>
            <pc:docMk/>
            <pc:sldMk cId="3422086560" sldId="2906"/>
            <ac:spMk id="2" creationId="{320CDA1F-CF31-7347-D990-665EB2C89C60}"/>
          </ac:spMkLst>
        </pc:spChg>
      </pc:sldChg>
      <pc:sldChg chg="delSp modSp add ord replId">
        <pc:chgData name="luke.hatton@iea.org" userId="S::urn:spo:guest#luke.hatton@iea.org::" providerId="AD" clId="Web-{C2832824-927C-CE9B-8EE1-54AE20A6C30E}" dt="2025-01-23T08:49:32.556" v="1990" actId="20577"/>
        <pc:sldMkLst>
          <pc:docMk/>
          <pc:sldMk cId="1612201300" sldId="2907"/>
        </pc:sldMkLst>
        <pc:spChg chg="mod">
          <ac:chgData name="luke.hatton@iea.org" userId="S::urn:spo:guest#luke.hatton@iea.org::" providerId="AD" clId="Web-{C2832824-927C-CE9B-8EE1-54AE20A6C30E}" dt="2025-01-23T08:49:32.556" v="1990" actId="20577"/>
          <ac:spMkLst>
            <pc:docMk/>
            <pc:sldMk cId="1612201300" sldId="2907"/>
            <ac:spMk id="9" creationId="{FA06C496-D2B8-F9F5-6D35-BCE4136F1360}"/>
          </ac:spMkLst>
        </pc:spChg>
        <pc:spChg chg="del">
          <ac:chgData name="luke.hatton@iea.org" userId="S::urn:spo:guest#luke.hatton@iea.org::" providerId="AD" clId="Web-{C2832824-927C-CE9B-8EE1-54AE20A6C30E}" dt="2025-01-23T08:35:36.285" v="1519"/>
          <ac:spMkLst>
            <pc:docMk/>
            <pc:sldMk cId="1612201300" sldId="2907"/>
            <ac:spMk id="10" creationId="{5FE0131E-3A13-29D4-42F0-5FB3EBA4C3BF}"/>
          </ac:spMkLst>
        </pc:spChg>
      </pc:sldChg>
      <pc:sldChg chg="add ord replId">
        <pc:chgData name="luke.hatton@iea.org" userId="S::urn:spo:guest#luke.hatton@iea.org::" providerId="AD" clId="Web-{C2832824-927C-CE9B-8EE1-54AE20A6C30E}" dt="2025-01-23T08:56:09.784" v="2157"/>
        <pc:sldMkLst>
          <pc:docMk/>
          <pc:sldMk cId="3776421903" sldId="2908"/>
        </pc:sldMkLst>
      </pc:sldChg>
    </pc:docChg>
  </pc:docChgLst>
  <pc:docChgLst>
    <pc:chgData name="Hannah Luscombe" userId="60627a01-634c-46bf-8b21-b5c32e071cb8" providerId="ADAL" clId="{AB1D75B2-F88C-C14F-85EE-69BB350BDBC4}"/>
    <pc:docChg chg="modSld">
      <pc:chgData name="Hannah Luscombe" userId="60627a01-634c-46bf-8b21-b5c32e071cb8" providerId="ADAL" clId="{AB1D75B2-F88C-C14F-85EE-69BB350BDBC4}" dt="2025-01-24T12:17:53.478" v="14" actId="207"/>
      <pc:docMkLst>
        <pc:docMk/>
      </pc:docMkLst>
      <pc:sldChg chg="modSp mod">
        <pc:chgData name="Hannah Luscombe" userId="60627a01-634c-46bf-8b21-b5c32e071cb8" providerId="ADAL" clId="{AB1D75B2-F88C-C14F-85EE-69BB350BDBC4}" dt="2025-01-24T12:04:55.170" v="4" actId="20577"/>
        <pc:sldMkLst>
          <pc:docMk/>
          <pc:sldMk cId="1634004394" sldId="274"/>
        </pc:sldMkLst>
        <pc:spChg chg="mod">
          <ac:chgData name="Hannah Luscombe" userId="60627a01-634c-46bf-8b21-b5c32e071cb8" providerId="ADAL" clId="{AB1D75B2-F88C-C14F-85EE-69BB350BDBC4}" dt="2025-01-24T12:04:55.170" v="4" actId="20577"/>
          <ac:spMkLst>
            <pc:docMk/>
            <pc:sldMk cId="1634004394" sldId="274"/>
            <ac:spMk id="16" creationId="{75A16540-1C16-B948-CC0A-5BC76D7BCC31}"/>
          </ac:spMkLst>
        </pc:spChg>
      </pc:sldChg>
      <pc:sldChg chg="modSp mod">
        <pc:chgData name="Hannah Luscombe" userId="60627a01-634c-46bf-8b21-b5c32e071cb8" providerId="ADAL" clId="{AB1D75B2-F88C-C14F-85EE-69BB350BDBC4}" dt="2025-01-24T12:09:25.850" v="5" actId="1076"/>
        <pc:sldMkLst>
          <pc:docMk/>
          <pc:sldMk cId="3285419902" sldId="2893"/>
        </pc:sldMkLst>
        <pc:spChg chg="mod">
          <ac:chgData name="Hannah Luscombe" userId="60627a01-634c-46bf-8b21-b5c32e071cb8" providerId="ADAL" clId="{AB1D75B2-F88C-C14F-85EE-69BB350BDBC4}" dt="2025-01-24T12:09:25.850" v="5" actId="1076"/>
          <ac:spMkLst>
            <pc:docMk/>
            <pc:sldMk cId="3285419902" sldId="2893"/>
            <ac:spMk id="6" creationId="{CCA3054C-BF74-2E24-151A-29678259FFDA}"/>
          </ac:spMkLst>
        </pc:spChg>
      </pc:sldChg>
      <pc:sldChg chg="modSp mod">
        <pc:chgData name="Hannah Luscombe" userId="60627a01-634c-46bf-8b21-b5c32e071cb8" providerId="ADAL" clId="{AB1D75B2-F88C-C14F-85EE-69BB350BDBC4}" dt="2025-01-24T12:14:45.461" v="8" actId="207"/>
        <pc:sldMkLst>
          <pc:docMk/>
          <pc:sldMk cId="3634305625" sldId="2894"/>
        </pc:sldMkLst>
        <pc:spChg chg="mod">
          <ac:chgData name="Hannah Luscombe" userId="60627a01-634c-46bf-8b21-b5c32e071cb8" providerId="ADAL" clId="{AB1D75B2-F88C-C14F-85EE-69BB350BDBC4}" dt="2025-01-24T12:14:45.461" v="8" actId="207"/>
          <ac:spMkLst>
            <pc:docMk/>
            <pc:sldMk cId="3634305625" sldId="2894"/>
            <ac:spMk id="10" creationId="{5FE0131E-3A13-29D4-42F0-5FB3EBA4C3BF}"/>
          </ac:spMkLst>
        </pc:spChg>
      </pc:sldChg>
      <pc:sldChg chg="modSp mod">
        <pc:chgData name="Hannah Luscombe" userId="60627a01-634c-46bf-8b21-b5c32e071cb8" providerId="ADAL" clId="{AB1D75B2-F88C-C14F-85EE-69BB350BDBC4}" dt="2025-01-24T12:17:53.478" v="14" actId="207"/>
        <pc:sldMkLst>
          <pc:docMk/>
          <pc:sldMk cId="4199316074" sldId="2898"/>
        </pc:sldMkLst>
        <pc:spChg chg="mod">
          <ac:chgData name="Hannah Luscombe" userId="60627a01-634c-46bf-8b21-b5c32e071cb8" providerId="ADAL" clId="{AB1D75B2-F88C-C14F-85EE-69BB350BDBC4}" dt="2025-01-24T12:17:53.478" v="14" actId="207"/>
          <ac:spMkLst>
            <pc:docMk/>
            <pc:sldMk cId="4199316074" sldId="2898"/>
            <ac:spMk id="3" creationId="{F26A86D5-50F0-DE86-3A0F-E65B89EA9C5E}"/>
          </ac:spMkLst>
        </pc:spChg>
      </pc:sldChg>
      <pc:sldChg chg="modSp mod">
        <pc:chgData name="Hannah Luscombe" userId="60627a01-634c-46bf-8b21-b5c32e071cb8" providerId="ADAL" clId="{AB1D75B2-F88C-C14F-85EE-69BB350BDBC4}" dt="2025-01-24T12:15:03.651" v="10" actId="207"/>
        <pc:sldMkLst>
          <pc:docMk/>
          <pc:sldMk cId="920286379" sldId="2902"/>
        </pc:sldMkLst>
        <pc:spChg chg="mod">
          <ac:chgData name="Hannah Luscombe" userId="60627a01-634c-46bf-8b21-b5c32e071cb8" providerId="ADAL" clId="{AB1D75B2-F88C-C14F-85EE-69BB350BDBC4}" dt="2025-01-24T12:15:03.651" v="10" actId="207"/>
          <ac:spMkLst>
            <pc:docMk/>
            <pc:sldMk cId="920286379" sldId="2902"/>
            <ac:spMk id="8" creationId="{A99C5FA6-8D72-EF2A-843B-0C175A44B54C}"/>
          </ac:spMkLst>
        </pc:spChg>
      </pc:sldChg>
    </pc:docChg>
  </pc:docChgLst>
</pc:chgInfo>
</file>

<file path=ppt/comments/modernComment_112_6164ED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60FD0F-655E-094B-9889-96EE701EB9E2}" authorId="{41362B99-674E-EEA3-49E9-6CC683A8116E}" created="2025-01-24T12:05:17.39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34004394" sldId="274"/>
      <ac:spMk id="16" creationId="{75A16540-1C16-B948-CC0A-5BC76D7BCC31}"/>
      <ac:txMk cp="44" len="6">
        <ac:context len="71" hash="3049769921"/>
      </ac:txMk>
    </ac:txMkLst>
    <p188:pos x="3832456" y="743385"/>
    <p188:txBody>
      <a:bodyPr/>
      <a:lstStyle/>
      <a:p>
        <a:r>
          <a:rPr lang="en-GB"/>
          <a:t>MINFin</a:t>
        </a:r>
      </a:p>
    </p188:txBody>
  </p188:cm>
</p188:cmLst>
</file>

<file path=ppt/comments/modernComment_B4C_50E5469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0FBFDB-2A73-4F28-9B14-464862CA2FF5}" authorId="{DEB6062C-6F82-01BF-CE21-8ADD2CBF7DBA}" created="2025-01-24T12:08:19.27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357203102" sldId="2892"/>
      <ac:picMk id="2050" creationId="{BCF37E9B-222B-37F1-E6B4-36FB8790AC8B}"/>
    </ac:deMkLst>
    <p188:txBody>
      <a:bodyPr/>
      <a:lstStyle/>
      <a:p>
        <a:r>
          <a:rPr lang="en-US"/>
          <a:t>Vivien - possibly substitute for a figure that compares CoC with LCOE between FF and Renewables (Solar)</a:t>
        </a:r>
      </a:p>
    </p188:txBody>
  </p188:cm>
</p188:cmLst>
</file>

<file path=ppt/comments/modernComment_B4D_C3D3877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B4B81C-F503-4E69-8C74-70559694B353}" authorId="{DEB6062C-6F82-01BF-CE21-8ADD2CBF7DBA}" created="2025-01-24T12:11:20.43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285419902" sldId="2893"/>
      <ac:picMk id="3" creationId="{4364DE68-1C3D-1861-D151-02A3FF8BD1E4}"/>
    </ac:deMkLst>
    <p188:replyLst>
      <p188:reply id="{41FA98B6-CA27-4285-9EA4-7F359BD896BD}" authorId="{DEB6062C-6F82-01BF-CE21-8ADD2CBF7DBA}" created="2025-01-24T12:12:11.763">
        <p188:txBody>
          <a:bodyPr/>
          <a:lstStyle/>
          <a:p>
            <a:r>
              <a:rPr lang="en-US"/>
              <a:t>elaborate on this in the notes / script section</a:t>
            </a:r>
          </a:p>
        </p188:txBody>
      </p188:reply>
    </p188:replyLst>
    <p188:txBody>
      <a:bodyPr/>
      <a:lstStyle/>
      <a:p>
        <a:r>
          <a:rPr lang="en-US"/>
          <a:t>possibly need to change to "estimates show that concessional finance will need to tripl by 2030"</a:t>
        </a:r>
      </a:p>
    </p188:txBody>
  </p188:cm>
</p188:cmLst>
</file>

<file path=ppt/comments/modernComment_B5B_60183D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3164F0-09FA-435E-8062-D518013BB4F2}" authorId="{DEB6062C-6F82-01BF-CE21-8ADD2CBF7DBA}" created="2025-01-24T12:14:36.75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12201300" sldId="2907"/>
      <ac:spMk id="9" creationId="{FA06C496-D2B8-F9F5-6D35-BCE4136F1360}"/>
      <ac:txMk cp="106" len="118">
        <ac:context len="492" hash="728432119"/>
      </ac:txMk>
    </ac:txMkLst>
    <p188:pos x="8086810" y="2189891"/>
    <p188:txBody>
      <a:bodyPr/>
      <a:lstStyle/>
      <a:p>
        <a:r>
          <a:rPr lang="en-US"/>
          <a:t>entire cash flow of company</a:t>
        </a:r>
      </a:p>
    </p188:txBody>
  </p188:cm>
</p188:cmLst>
</file>

<file path=ppt/comments/modernComment_B48_FEE2D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7A984D-CFF0-43F0-97E1-DAB91AA506D1}" authorId="{DEB6062C-6F82-01BF-CE21-8ADD2CBF7DBA}" created="2025-01-24T12:19:49.889">
    <pc:sldMkLst xmlns:pc="http://schemas.microsoft.com/office/powerpoint/2013/main/command">
      <pc:docMk/>
      <pc:sldMk cId="267267517" sldId="2888"/>
    </pc:sldMkLst>
    <p188:replyLst>
      <p188:reply id="{0BAC14F5-9CED-4255-A5FE-86881AEAD9EA}" authorId="{DEB6062C-6F82-01BF-CE21-8ADD2CBF7DBA}" created="2025-01-24T12:24:50.587">
        <p188:txBody>
          <a:bodyPr/>
          <a:lstStyle/>
          <a:p>
            <a:r>
              <a:rPr lang="en-US"/>
              <a:t>Potentially include this in a separate section 5 - Debt and Equity Maturities and repayment Schedules</a:t>
            </a:r>
          </a:p>
        </p188:txBody>
      </p188:reply>
    </p188:replyLst>
    <p188:txBody>
      <a:bodyPr/>
      <a:lstStyle/>
      <a:p>
        <a:r>
          <a:rPr lang="en-US"/>
          <a:t>Needs to include a slide on debt financing repayment Schedues - EPP, EPP with Grace on Principle, Grace on Principle and Interest, Lump Sum, Lump Sum with Grace, (Annuity)
page 19 of this paper: https://one.oecd.org/document/DEV/DOC/WKP(2017)5/En/pdf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sv-SE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sv-SE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368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CA5A30-616B-5740-A23D-3EFCA827C4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Google Shape;16;p17"/>
          <p:cNvSpPr txBox="1">
            <a:spLocks noGrp="1"/>
          </p:cNvSpPr>
          <p:nvPr>
            <p:ph type="ctrTitle"/>
          </p:nvPr>
        </p:nvSpPr>
        <p:spPr>
          <a:xfrm>
            <a:off x="1" y="1952105"/>
            <a:ext cx="9607824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Helvetica Neue"/>
              <a:buNone/>
              <a:defRPr sz="3200" b="1" i="0">
                <a:solidFill>
                  <a:schemeClr val="bg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7"/>
          <p:cNvSpPr txBox="1">
            <a:spLocks noGrp="1"/>
          </p:cNvSpPr>
          <p:nvPr>
            <p:ph type="subTitle" idx="1"/>
          </p:nvPr>
        </p:nvSpPr>
        <p:spPr>
          <a:xfrm>
            <a:off x="0" y="4339705"/>
            <a:ext cx="9607826" cy="1952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  <a:defRPr sz="3200" b="1" i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0000" lvl="0" indent="-270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9D5118D-97C4-8F48-B7F6-276414ACF3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72202" y="1825625"/>
            <a:ext cx="51815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7620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Tx/>
              <a:buNone/>
              <a:tabLst/>
              <a:defRPr sz="2000" i="1" baseline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marL="457200" marR="0" lvl="0" indent="-3810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tabLst/>
              <a:defRPr/>
            </a:pPr>
            <a:r>
              <a:rPr lang="sv-SE" err="1"/>
              <a:t>When</a:t>
            </a:r>
            <a:r>
              <a:rPr lang="sv-SE"/>
              <a:t> </a:t>
            </a:r>
            <a:r>
              <a:rPr lang="sv-SE" err="1"/>
              <a:t>using</a:t>
            </a:r>
            <a:r>
              <a:rPr lang="sv-SE"/>
              <a:t> a </a:t>
            </a:r>
            <a:r>
              <a:rPr lang="sv-SE" err="1"/>
              <a:t>photo</a:t>
            </a:r>
            <a:r>
              <a:rPr lang="sv-SE"/>
              <a:t> or diagram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55AD5F-CC06-3A70-CBC8-BED05A2F073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090E1FC-79C0-474F-8864-ABEE6EC453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3717" t="15856" r="8276" b="19640"/>
          <a:stretch/>
        </p:blipFill>
        <p:spPr>
          <a:xfrm>
            <a:off x="6549080" y="1087395"/>
            <a:ext cx="4633785" cy="44237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55AD5F-CC06-3A70-CBC8-BED05A2F073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5" name="Google Shape;35;p20">
            <a:extLst>
              <a:ext uri="{FF2B5EF4-FFF2-40B4-BE49-F238E27FC236}">
                <a16:creationId xmlns:a16="http://schemas.microsoft.com/office/drawing/2014/main" id="{3F56D5FE-8BBC-E95A-76D4-D1938A0E3A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0000" lvl="0" indent="-270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  <a:defRPr sz="2400" b="0" i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" name="Google Shape;34;p20">
            <a:extLst>
              <a:ext uri="{FF2B5EF4-FFF2-40B4-BE49-F238E27FC236}">
                <a16:creationId xmlns:a16="http://schemas.microsoft.com/office/drawing/2014/main" id="{7FF2A8CD-3CE5-A92B-4009-D09EC2A00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  <a:defRPr sz="3200" b="1" i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605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1_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C8B067-C222-A145-CF89-234516211EAC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11798300" y="6565900"/>
            <a:ext cx="393700" cy="292100"/>
          </a:xfrm>
        </p:spPr>
        <p:txBody>
          <a:bodyPr/>
          <a:lstStyle/>
          <a:p>
            <a:fld id="{00000000-1234-1234-1234-12341234123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5" name="Google Shape;35;p20">
            <a:extLst>
              <a:ext uri="{FF2B5EF4-FFF2-40B4-BE49-F238E27FC236}">
                <a16:creationId xmlns:a16="http://schemas.microsoft.com/office/drawing/2014/main" id="{B3503028-5BCC-32AC-877B-DF34C7FE81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0000" lvl="0" indent="-270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  <a:defRPr sz="2400" b="0" i="0" u="none" strike="noStrike" cap="none" baseline="0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" name="Google Shape;35;p20">
            <a:extLst>
              <a:ext uri="{FF2B5EF4-FFF2-40B4-BE49-F238E27FC236}">
                <a16:creationId xmlns:a16="http://schemas.microsoft.com/office/drawing/2014/main" id="{2E41FEE8-207D-F515-0218-988E1E95F438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6148754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70000" lvl="0" indent="-270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  <a:defRPr sz="2400" b="0" i="0" u="none" strike="noStrike" cap="none" baseline="0" dirty="0">
                <a:solidFill>
                  <a:srgbClr val="000000"/>
                </a:solidFill>
                <a:latin typeface="+mn-lt"/>
                <a:ea typeface="Helvetica Neue"/>
                <a:cs typeface="Helvetica Neue"/>
                <a:sym typeface="Helvetica Neue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" name="Google Shape;34;p20">
            <a:extLst>
              <a:ext uri="{FF2B5EF4-FFF2-40B4-BE49-F238E27FC236}">
                <a16:creationId xmlns:a16="http://schemas.microsoft.com/office/drawing/2014/main" id="{9F492DC9-5A51-908E-E46A-76443B2F0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  <a:defRPr sz="3200" b="1" i="0"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141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B0D0C-0C81-F840-C90F-8CF3D9BA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E5102-8D85-B351-C683-D6870D18277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‹#›</a:t>
            </a:fld>
            <a:endParaRPr lang="sv-S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03772-EAFD-A016-312C-C6F5AB2004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669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9889-CF63-5015-45FF-E6207E5A3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692FC-2496-107B-ECF1-59EA5305E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7BAC1-9267-4FED-3A5A-C658B81DC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B6E4-651D-AA40-8A87-84F383929C07}" type="datetimeFigureOut">
              <a:rPr lang="en-GB" smtClean="0"/>
              <a:t>24/01/2025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1FDF2-911B-70E1-D60B-2CEC78B2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73CF4-29D5-887B-10D4-8B0188FA4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87B27-B851-AC4A-910C-3262438B0C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10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62CDF7-E817-0727-B23A-E4C37F6C923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1798300" y="6565900"/>
            <a:ext cx="39370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C79A8CD2-D56A-87BC-2FE1-F2C2AB9A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0672E-6204-3245-DC87-0A176B58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7" r:id="rId3"/>
    <p:sldLayoutId id="2147483660" r:id="rId4"/>
    <p:sldLayoutId id="2147483662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200" b="1" i="0" u="none" strike="noStrike" cap="none" baseline="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 baseline="0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Font typeface="Arial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2_6164EDAA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microsoft.com/office/2018/10/relationships/comments" Target="../comments/modernComment_B4C_50E5469E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8/10/relationships/comments" Target="../comments/modernComment_B4D_C3D3877E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B48_FEE2DBD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B5B_60183D5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v.foster@imperia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hannah.Luscombe@ouce.ox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55D5CB-A5AB-126B-2126-BADACD557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1" y="2986555"/>
            <a:ext cx="7806558" cy="1982052"/>
          </a:xfrm>
        </p:spPr>
        <p:txBody>
          <a:bodyPr>
            <a:noAutofit/>
          </a:bodyPr>
          <a:lstStyle/>
          <a:p>
            <a:pPr algn="l">
              <a:lnSpc>
                <a:spcPct val="107000"/>
              </a:lnSpc>
              <a:spcAft>
                <a:spcPts val="1500"/>
              </a:spcAft>
            </a:pPr>
            <a:r>
              <a:rPr lang="en-GB" sz="5400" b="1">
                <a:effectLst/>
                <a:latin typeface="Arial Black" panose="020B0604020202020204" pitchFamily="34" charset="0"/>
                <a:cs typeface="Arial Black" panose="020B0604020202020204" pitchFamily="34" charset="0"/>
              </a:rPr>
              <a:t>Financing Baseline – Part 2 </a:t>
            </a:r>
            <a:endParaRPr lang="en-GB" sz="5400" b="1" kern="100">
              <a:solidFill>
                <a:srgbClr val="FFFFF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9EDD0-F234-EFD4-CACF-572DD1AC2D47}"/>
              </a:ext>
            </a:extLst>
          </p:cNvPr>
          <p:cNvSpPr txBox="1"/>
          <p:nvPr/>
        </p:nvSpPr>
        <p:spPr>
          <a:xfrm>
            <a:off x="621934" y="854600"/>
            <a:ext cx="7870425" cy="8490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ZA" sz="6000" b="1" spc="60">
                <a:solidFill>
                  <a:schemeClr val="accent1"/>
                </a:solidFill>
                <a:effectLst/>
                <a:latin typeface="Arial Black"/>
                <a:cs typeface="Arial Black" panose="020B0604020202020204" pitchFamily="34" charset="0"/>
              </a:rPr>
              <a:t>Lecture 6</a:t>
            </a:r>
            <a:endParaRPr lang="en-US" sz="6000" b="1">
              <a:solidFill>
                <a:schemeClr val="bg1"/>
              </a:solidFill>
              <a:latin typeface="Arial Black"/>
              <a:cs typeface="Arial Black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5EF9FF-5C18-27A0-A8FE-680255E59EC8}"/>
              </a:ext>
            </a:extLst>
          </p:cNvPr>
          <p:cNvSpPr txBox="1"/>
          <p:nvPr/>
        </p:nvSpPr>
        <p:spPr>
          <a:xfrm>
            <a:off x="798784" y="5058310"/>
            <a:ext cx="7104995" cy="356730"/>
          </a:xfrm>
          <a:prstGeom prst="rect">
            <a:avLst/>
          </a:prstGeom>
          <a:solidFill>
            <a:schemeClr val="accent2"/>
          </a:solidFill>
        </p:spPr>
        <p:txBody>
          <a:bodyPr wrap="square" lIns="54000" tIns="18000" rIns="54000" bIns="0" rtlCol="0" anchor="t">
            <a:spAutoFit/>
          </a:bodyPr>
          <a:lstStyle/>
          <a:p>
            <a:r>
              <a:rPr lang="en-ZA" sz="22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Open Learn Collection</a:t>
            </a:r>
            <a:endParaRPr lang="en-ZA" sz="2200" spc="6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16540-1C16-B948-CC0A-5BC76D7BCC31}"/>
              </a:ext>
            </a:extLst>
          </p:cNvPr>
          <p:cNvSpPr txBox="1"/>
          <p:nvPr/>
        </p:nvSpPr>
        <p:spPr>
          <a:xfrm>
            <a:off x="767253" y="5583524"/>
            <a:ext cx="7961111" cy="821281"/>
          </a:xfrm>
          <a:prstGeom prst="rect">
            <a:avLst/>
          </a:prstGeom>
          <a:noFill/>
        </p:spPr>
        <p:txBody>
          <a:bodyPr wrap="square" lIns="54000" tIns="18000" rIns="54000" bIns="0" rtlCol="0" anchor="t">
            <a:spAutoFit/>
          </a:bodyPr>
          <a:lstStyle/>
          <a:p>
            <a:pPr>
              <a:lnSpc>
                <a:spcPct val="80000"/>
              </a:lnSpc>
            </a:pPr>
            <a:r>
              <a:rPr lang="en-GB" sz="3200" b="1">
                <a:solidFill>
                  <a:schemeClr val="bg1"/>
                </a:solidFill>
                <a:latin typeface="Aptos Black" panose="020B0004020202020204" pitchFamily="34" charset="0"/>
              </a:rPr>
              <a:t>Financial Modelling for Energy Transitions: </a:t>
            </a:r>
            <a:r>
              <a:rPr lang="en-GB" sz="3200" b="1" err="1">
                <a:solidFill>
                  <a:schemeClr val="bg1"/>
                </a:solidFill>
                <a:latin typeface="Aptos Black" panose="020B0004020202020204" pitchFamily="34" charset="0"/>
              </a:rPr>
              <a:t>MINFin</a:t>
            </a:r>
            <a:r>
              <a:rPr lang="en-GB" sz="3200" b="1">
                <a:solidFill>
                  <a:schemeClr val="bg1"/>
                </a:solidFill>
                <a:latin typeface="Aptos Black" panose="020B0004020202020204" pitchFamily="34" charset="0"/>
              </a:rPr>
              <a:t>, </a:t>
            </a:r>
            <a:r>
              <a:rPr lang="en-GB" sz="3200" b="1" err="1">
                <a:solidFill>
                  <a:schemeClr val="bg1"/>
                </a:solidFill>
                <a:latin typeface="Aptos Black" panose="020B0004020202020204" pitchFamily="34" charset="0"/>
              </a:rPr>
              <a:t>FinTrack</a:t>
            </a:r>
            <a:r>
              <a:rPr lang="en-GB" sz="3200" b="1">
                <a:solidFill>
                  <a:schemeClr val="bg1"/>
                </a:solidFill>
                <a:latin typeface="Aptos Black" panose="020B0004020202020204" pitchFamily="34" charset="0"/>
              </a:rPr>
              <a:t> &amp; </a:t>
            </a:r>
            <a:r>
              <a:rPr lang="en-GB" sz="3200" b="1" err="1">
                <a:solidFill>
                  <a:schemeClr val="bg1"/>
                </a:solidFill>
                <a:latin typeface="Aptos Black" panose="020B0004020202020204" pitchFamily="34" charset="0"/>
              </a:rPr>
              <a:t>FinCoRE</a:t>
            </a:r>
            <a:endParaRPr lang="en-US" sz="3200" b="1">
              <a:solidFill>
                <a:schemeClr val="bg1"/>
              </a:solidFill>
              <a:latin typeface="Aptos Black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0043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DB80EA-9972-4AD5-3336-9321DFBA705C}"/>
              </a:ext>
            </a:extLst>
          </p:cNvPr>
          <p:cNvSpPr/>
          <p:nvPr/>
        </p:nvSpPr>
        <p:spPr>
          <a:xfrm>
            <a:off x="243344" y="1130961"/>
            <a:ext cx="8960214" cy="5446412"/>
          </a:xfrm>
          <a:prstGeom prst="roundRect">
            <a:avLst>
              <a:gd name="adj" fmla="val 714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49C7A-5416-DBC5-501B-E63D6A626745}"/>
              </a:ext>
            </a:extLst>
          </p:cNvPr>
          <p:cNvSpPr txBox="1"/>
          <p:nvPr/>
        </p:nvSpPr>
        <p:spPr>
          <a:xfrm>
            <a:off x="583061" y="1564306"/>
            <a:ext cx="4060192" cy="325952"/>
          </a:xfrm>
          <a:prstGeom prst="rect">
            <a:avLst/>
          </a:prstGeom>
          <a:solidFill>
            <a:schemeClr val="accent1"/>
          </a:solidFill>
        </p:spPr>
        <p:txBody>
          <a:bodyPr wrap="square" lIns="54000" tIns="18000" rIns="54000" bIns="0" rtlCol="0" anchor="t">
            <a:spAutoFit/>
          </a:bodyPr>
          <a:lstStyle/>
          <a:p>
            <a:r>
              <a:rPr lang="en-ZA" sz="20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Lecture Outline</a:t>
            </a:r>
            <a:endParaRPr lang="en-ZA" sz="2000" spc="60"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4F834E-9C4C-8CF9-F8D1-60EC9C44EFBC}"/>
              </a:ext>
            </a:extLst>
          </p:cNvPr>
          <p:cNvSpPr txBox="1"/>
          <p:nvPr/>
        </p:nvSpPr>
        <p:spPr>
          <a:xfrm>
            <a:off x="583059" y="1880024"/>
            <a:ext cx="8359060" cy="407547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91440" bIns="45720" rtlCol="0" anchor="t">
            <a:spAutoFit/>
          </a:bodyPr>
          <a:lstStyle/>
          <a:p>
            <a:pPr algn="l">
              <a:lnSpc>
                <a:spcPct val="107000"/>
              </a:lnSpc>
              <a:spcAft>
                <a:spcPts val="1500"/>
              </a:spcAft>
            </a:pPr>
            <a:r>
              <a:rPr lang="en-GB" sz="2000" b="1">
                <a:solidFill>
                  <a:srgbClr val="002060"/>
                </a:solidFill>
                <a:latin typeface="Aptos Black" panose="020B0004020202020204" pitchFamily="34" charset="0"/>
              </a:rPr>
              <a:t>Financial Modelling for Energy Transitions</a:t>
            </a:r>
            <a:endParaRPr lang="en-GB" sz="2000" b="1" kern="1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E4D024-651F-8E5E-7A53-D09C891866C0}"/>
              </a:ext>
            </a:extLst>
          </p:cNvPr>
          <p:cNvCxnSpPr>
            <a:cxnSpLocks/>
          </p:cNvCxnSpPr>
          <p:nvPr/>
        </p:nvCxnSpPr>
        <p:spPr>
          <a:xfrm>
            <a:off x="571184" y="6276100"/>
            <a:ext cx="835906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223E9C-620E-B339-893D-4146F012CBBA}"/>
              </a:ext>
            </a:extLst>
          </p:cNvPr>
          <p:cNvCxnSpPr>
            <a:cxnSpLocks/>
          </p:cNvCxnSpPr>
          <p:nvPr/>
        </p:nvCxnSpPr>
        <p:spPr>
          <a:xfrm>
            <a:off x="583059" y="2626796"/>
            <a:ext cx="834718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56E2DAA-C8BD-7063-58F7-9ED4AD10E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205838"/>
              </p:ext>
            </p:extLst>
          </p:nvPr>
        </p:nvGraphicFramePr>
        <p:xfrm>
          <a:off x="583059" y="2901321"/>
          <a:ext cx="7121855" cy="2863935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67681">
                  <a:extLst>
                    <a:ext uri="{9D8B030D-6E8A-4147-A177-3AD203B41FA5}">
                      <a16:colId xmlns:a16="http://schemas.microsoft.com/office/drawing/2014/main" val="854988839"/>
                    </a:ext>
                  </a:extLst>
                </a:gridCol>
                <a:gridCol w="5654174">
                  <a:extLst>
                    <a:ext uri="{9D8B030D-6E8A-4147-A177-3AD203B41FA5}">
                      <a16:colId xmlns:a16="http://schemas.microsoft.com/office/drawing/2014/main" val="3274321985"/>
                    </a:ext>
                  </a:extLst>
                </a:gridCol>
              </a:tblGrid>
              <a:tr h="4709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endParaRPr lang="en-GB" sz="2000" kern="1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US" sz="2000" b="1" i="0" u="none" strike="noStrike" cap="none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Learning Objectives</a:t>
                      </a:r>
                      <a:endParaRPr lang="en-US" sz="2000" b="0" i="0" u="none" strike="noStrike" cap="none">
                        <a:solidFill>
                          <a:schemeClr val="accent5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097976"/>
                  </a:ext>
                </a:extLst>
              </a:tr>
              <a:tr h="5943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kern="100">
                          <a:solidFill>
                            <a:schemeClr val="accent5"/>
                          </a:solidFill>
                          <a:effectLst/>
                        </a:rPr>
                        <a:t>Part 1</a:t>
                      </a:r>
                      <a:endParaRPr lang="en-GB" sz="2000" kern="1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b="1" i="0" u="none" strike="noStrike" cap="none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High costs of capital as a barrier to the energy transition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endParaRPr lang="en-GB" sz="2000" b="0" i="0" u="none" strike="noStrike" cap="none">
                        <a:solidFill>
                          <a:schemeClr val="accent5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9330926"/>
                  </a:ext>
                </a:extLst>
              </a:tr>
              <a:tr h="4709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kern="100">
                          <a:solidFill>
                            <a:schemeClr val="accent5"/>
                          </a:solidFill>
                          <a:effectLst/>
                        </a:rPr>
                        <a:t>Part 2</a:t>
                      </a:r>
                      <a:endParaRPr lang="en-GB" sz="2000" kern="1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b="1" i="0" u="none" strike="noStrike" cap="none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Debt financing for renewables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304900"/>
                  </a:ext>
                </a:extLst>
              </a:tr>
              <a:tr h="4709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kern="100">
                          <a:solidFill>
                            <a:schemeClr val="accent5"/>
                          </a:solidFill>
                          <a:effectLst/>
                        </a:rPr>
                        <a:t>Part 3</a:t>
                      </a:r>
                      <a:endParaRPr lang="en-GB" sz="2000" kern="1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b="1" i="0" u="none" strike="noStrike" cap="none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Equity financing for renewables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4599878"/>
                  </a:ext>
                </a:extLst>
              </a:tr>
              <a:tr h="4709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200"/>
                        </a:spcAft>
                      </a:pPr>
                      <a:r>
                        <a:rPr lang="en-GB" sz="2000" kern="100">
                          <a:solidFill>
                            <a:schemeClr val="accent5"/>
                          </a:solidFill>
                          <a:effectLst/>
                        </a:rPr>
                        <a:t>Part 4</a:t>
                      </a:r>
                      <a:endParaRPr lang="en-GB" sz="2000" kern="100">
                        <a:solidFill>
                          <a:schemeClr val="accent5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2000" b="1" i="0" u="none" strike="noStrike" cap="none">
                          <a:solidFill>
                            <a:schemeClr val="accent5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Weighted Average Cost of Capital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865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400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800B-B38F-B0BC-A3A5-30C49E57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C6F0479-E20E-EEB0-9D7C-46EB7432131D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3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AC821-4EF4-EB83-3EDF-70343182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Learning Outcomes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AB3D7-5128-D539-FB43-CE506F2F306B}"/>
              </a:ext>
            </a:extLst>
          </p:cNvPr>
          <p:cNvSpPr txBox="1"/>
          <p:nvPr/>
        </p:nvSpPr>
        <p:spPr>
          <a:xfrm>
            <a:off x="644721" y="1183811"/>
            <a:ext cx="10926795" cy="491647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ILO1: Learn and understand how high costs of capital are acting as a barrier to the energy transition in developing countries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ILO2: Understand the risk factors contributing to the cost of commercial financing through debt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ILO3: Understand the risk factors contributing to the cost of financing from commercial equity investors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ILO4: Learn and understand what factors influence the capital structure for infrastructure infrastructure investments and how this influences the affordability of financing </a:t>
            </a:r>
          </a:p>
        </p:txBody>
      </p:sp>
    </p:spTree>
    <p:extLst>
      <p:ext uri="{BB962C8B-B14F-4D97-AF65-F5344CB8AC3E}">
        <p14:creationId xmlns:p14="http://schemas.microsoft.com/office/powerpoint/2010/main" val="4245975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2AA3-F352-3569-A992-3F27C4F4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896B41-F4ED-36F3-EEC6-E7F102DC3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72659D9-0960-2A53-F7E2-0A5C40036B31}"/>
              </a:ext>
            </a:extLst>
          </p:cNvPr>
          <p:cNvSpPr txBox="1">
            <a:spLocks/>
          </p:cNvSpPr>
          <p:nvPr/>
        </p:nvSpPr>
        <p:spPr>
          <a:xfrm>
            <a:off x="496605" y="3792525"/>
            <a:ext cx="8056230" cy="2675596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endParaRPr lang="en-GB" sz="5400">
              <a:solidFill>
                <a:schemeClr val="bg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30F7958-D25F-D498-44A6-3622BB412445}"/>
              </a:ext>
            </a:extLst>
          </p:cNvPr>
          <p:cNvSpPr txBox="1">
            <a:spLocks/>
          </p:cNvSpPr>
          <p:nvPr/>
        </p:nvSpPr>
        <p:spPr>
          <a:xfrm>
            <a:off x="496605" y="4355629"/>
            <a:ext cx="8854659" cy="1259358"/>
          </a:xfrm>
          <a:prstGeom prst="rect">
            <a:avLst/>
          </a:prstGeom>
          <a:noFill/>
        </p:spPr>
        <p:txBody>
          <a:bodyPr lIns="91440" tIns="45720" rIns="91440" bIns="4572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800" b="1" kern="100">
                <a:solidFill>
                  <a:schemeClr val="bg1"/>
                </a:solidFill>
                <a:effectLst/>
              </a:rPr>
              <a:t>High costs of capital as a barrier to the energy transition</a:t>
            </a:r>
          </a:p>
          <a:p>
            <a:endParaRPr lang="en-GB" sz="4800" b="1" kern="100">
              <a:solidFill>
                <a:schemeClr val="bg1"/>
              </a:solidFill>
              <a:effectLst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448A1C-CBE5-5082-3B2C-1742BE1EDC73}"/>
              </a:ext>
            </a:extLst>
          </p:cNvPr>
          <p:cNvCxnSpPr>
            <a:cxnSpLocks/>
          </p:cNvCxnSpPr>
          <p:nvPr/>
        </p:nvCxnSpPr>
        <p:spPr>
          <a:xfrm>
            <a:off x="614363" y="5614987"/>
            <a:ext cx="5481637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40C295E-A0FB-FB65-A4E8-B7D0DE221064}"/>
              </a:ext>
            </a:extLst>
          </p:cNvPr>
          <p:cNvSpPr txBox="1"/>
          <p:nvPr/>
        </p:nvSpPr>
        <p:spPr>
          <a:xfrm>
            <a:off x="614363" y="5807646"/>
            <a:ext cx="6099858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ZA" sz="28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Part 1</a:t>
            </a:r>
            <a:endParaRPr lang="en-GB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2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5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pic>
        <p:nvPicPr>
          <p:cNvPr id="2050" name="Picture 2" descr="⛅ Solar energy cost reduction continues despite temporary obstacles">
            <a:extLst>
              <a:ext uri="{FF2B5EF4-FFF2-40B4-BE49-F238E27FC236}">
                <a16:creationId xmlns:a16="http://schemas.microsoft.com/office/drawing/2014/main" id="{BCF37E9B-222B-37F1-E6B4-36FB8790A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500" y="1499125"/>
            <a:ext cx="6713456" cy="460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CD9FD5-B261-A665-8EA0-83694F6B246E}"/>
              </a:ext>
            </a:extLst>
          </p:cNvPr>
          <p:cNvSpPr txBox="1"/>
          <p:nvPr/>
        </p:nvSpPr>
        <p:spPr>
          <a:xfrm>
            <a:off x="644722" y="1183810"/>
            <a:ext cx="4476778" cy="532171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Renewable technologies e.g., solar  panels have experienced rapid reductions in cost over recent  decades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Further price reductions will lead to their increasing cost competitiveness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The cost of capital will also needs to fall in many regions for cost competitiveness</a:t>
            </a:r>
          </a:p>
        </p:txBody>
      </p:sp>
    </p:spTree>
    <p:extLst>
      <p:ext uri="{BB962C8B-B14F-4D97-AF65-F5344CB8AC3E}">
        <p14:creationId xmlns:p14="http://schemas.microsoft.com/office/powerpoint/2010/main" val="13572031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6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483D5-3F86-6D24-ABF3-0F560449B3A5}"/>
              </a:ext>
            </a:extLst>
          </p:cNvPr>
          <p:cNvSpPr txBox="1"/>
          <p:nvPr/>
        </p:nvSpPr>
        <p:spPr>
          <a:xfrm>
            <a:off x="644722" y="1183811"/>
            <a:ext cx="8030355" cy="430605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cost of capital describes the terms of finance that an energy infrastructure project receives, from debt and equity investors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Low-carbon infrastructure projects (e.g., renewable generation such as onshore wind) typically have high upfront costs with low or minimal operating costs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Due to this investment profile, terms of finance (i.e. the cost of capital) has a strong impact on project viability</a:t>
            </a:r>
          </a:p>
        </p:txBody>
      </p:sp>
      <p:pic>
        <p:nvPicPr>
          <p:cNvPr id="3074" name="Picture 2" descr="Business and finance ">
            <a:extLst>
              <a:ext uri="{FF2B5EF4-FFF2-40B4-BE49-F238E27FC236}">
                <a16:creationId xmlns:a16="http://schemas.microsoft.com/office/drawing/2014/main" id="{2667DDB9-F9EA-4CC0-C161-9EC25B8B0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385" y="2616200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58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7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483D5-3F86-6D24-ABF3-0F560449B3A5}"/>
              </a:ext>
            </a:extLst>
          </p:cNvPr>
          <p:cNvSpPr txBox="1"/>
          <p:nvPr/>
        </p:nvSpPr>
        <p:spPr>
          <a:xfrm>
            <a:off x="644722" y="1183811"/>
            <a:ext cx="2770831" cy="54604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 descr="Nuclear economics – reducing costs by managing the cost of capital -  mzconsultinginc.com">
            <a:extLst>
              <a:ext uri="{FF2B5EF4-FFF2-40B4-BE49-F238E27FC236}">
                <a16:creationId xmlns:a16="http://schemas.microsoft.com/office/drawing/2014/main" id="{B42768A9-8E5C-2415-3A63-672DCCFC34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1"/>
          <a:stretch/>
        </p:blipFill>
        <p:spPr bwMode="auto">
          <a:xfrm>
            <a:off x="4327195" y="1723263"/>
            <a:ext cx="7463491" cy="416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4AD1BB-3E36-EA1E-A0A6-C75522B024E0}"/>
              </a:ext>
            </a:extLst>
          </p:cNvPr>
          <p:cNvSpPr txBox="1"/>
          <p:nvPr/>
        </p:nvSpPr>
        <p:spPr>
          <a:xfrm>
            <a:off x="399054" y="1187893"/>
            <a:ext cx="4197081" cy="4711290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Renewable breakeven electricity costs ( "</a:t>
            </a:r>
            <a:r>
              <a:rPr lang="en-GB" sz="2200" err="1">
                <a:latin typeface="Open Sans"/>
                <a:ea typeface="Open Sans"/>
                <a:cs typeface="Open Sans"/>
              </a:rPr>
              <a:t>levelised</a:t>
            </a:r>
            <a:r>
              <a:rPr lang="en-GB" sz="2200">
                <a:latin typeface="Open Sans"/>
                <a:ea typeface="Open Sans"/>
                <a:cs typeface="Open Sans"/>
              </a:rPr>
              <a:t> costs")  particularly sensitive to the cost of capital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It is even more pronounced for nuclear, due to long lifetimes and high upfront costs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570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8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483D5-3F86-6D24-ABF3-0F560449B3A5}"/>
              </a:ext>
            </a:extLst>
          </p:cNvPr>
          <p:cNvSpPr txBox="1"/>
          <p:nvPr/>
        </p:nvSpPr>
        <p:spPr>
          <a:xfrm>
            <a:off x="644721" y="1183811"/>
            <a:ext cx="10926795" cy="54604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122" name="Picture 2" descr="Executive summary – Reducing the Cost of Capital – Analysis - IEA">
            <a:extLst>
              <a:ext uri="{FF2B5EF4-FFF2-40B4-BE49-F238E27FC236}">
                <a16:creationId xmlns:a16="http://schemas.microsoft.com/office/drawing/2014/main" id="{20843836-A393-E326-990A-5E034E0D43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667" b="7751"/>
          <a:stretch/>
        </p:blipFill>
        <p:spPr bwMode="auto">
          <a:xfrm>
            <a:off x="5420127" y="2286191"/>
            <a:ext cx="6378173" cy="305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171AD5-06A3-0B09-59DC-6108A660401E}"/>
              </a:ext>
            </a:extLst>
          </p:cNvPr>
          <p:cNvSpPr txBox="1"/>
          <p:nvPr/>
        </p:nvSpPr>
        <p:spPr>
          <a:xfrm>
            <a:off x="410259" y="1456834"/>
            <a:ext cx="5003951" cy="512165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The cost of capital for energy investments is influenced by various factors:</a:t>
            </a:r>
            <a:endParaRPr lang="en-US">
              <a:ea typeface="Open Sans"/>
            </a:endParaRP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Risk free rates</a:t>
            </a:r>
            <a:endParaRPr lang="en-GB">
              <a:ea typeface="Open Sans"/>
            </a:endParaRP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Country level risks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Sector level risks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Project level risks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lvl="8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Costs of capital can be up to 2-3x higher in developing countries</a:t>
            </a:r>
          </a:p>
        </p:txBody>
      </p:sp>
    </p:spTree>
    <p:extLst>
      <p:ext uri="{BB962C8B-B14F-4D97-AF65-F5344CB8AC3E}">
        <p14:creationId xmlns:p14="http://schemas.microsoft.com/office/powerpoint/2010/main" val="342108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9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8B61F7A-BF63-5A92-6DE4-D2912EE3B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7534658"/>
              </p:ext>
            </p:extLst>
          </p:nvPr>
        </p:nvGraphicFramePr>
        <p:xfrm>
          <a:off x="838200" y="1499125"/>
          <a:ext cx="10515599" cy="45720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33317">
                  <a:extLst>
                    <a:ext uri="{9D8B030D-6E8A-4147-A177-3AD203B41FA5}">
                      <a16:colId xmlns:a16="http://schemas.microsoft.com/office/drawing/2014/main" val="518990924"/>
                    </a:ext>
                  </a:extLst>
                </a:gridCol>
                <a:gridCol w="7582282">
                  <a:extLst>
                    <a:ext uri="{9D8B030D-6E8A-4147-A177-3AD203B41FA5}">
                      <a16:colId xmlns:a16="http://schemas.microsoft.com/office/drawing/2014/main" val="1522714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Sources of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90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Country risk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political risks, security, government stability, status &amp; transparency of legal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22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Financial and economic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economic growth, inflation, interest rates, currency &amp; exchange rates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736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Policy, and regulatory risk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changes to tariff structures, subsidy regimes, permitting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595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Technical and project risk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construction risk, technological risk, environmental risk, operational / performance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140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/>
                        <a:t>Market risk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/>
                        <a:t>future demand and supply balance, market pricing risks, fuel prices, subsidy prices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49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86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B7F40CBD-104D-6B49-909E-7AFA01712C56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10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73A78-08AA-BBEF-7DBC-DE396E28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Costs of capital and the energy transition</a:t>
            </a:r>
            <a:endParaRPr lang="en-GB"/>
          </a:p>
        </p:txBody>
      </p:sp>
      <p:pic>
        <p:nvPicPr>
          <p:cNvPr id="3" name="Picture 2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4364DE68-1C3D-1861-D151-02A3FF8BD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823" y="1441426"/>
            <a:ext cx="6607972" cy="4748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A3054C-BF74-2E24-151A-29678259FFDA}"/>
              </a:ext>
            </a:extLst>
          </p:cNvPr>
          <p:cNvSpPr txBox="1"/>
          <p:nvPr/>
        </p:nvSpPr>
        <p:spPr>
          <a:xfrm>
            <a:off x="403299" y="1183865"/>
            <a:ext cx="4594524" cy="532171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Addressing factors causing high costs of capital will be key to scaling up investment in developing countries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Will require policy reform and international support (e.g., grants &amp; concessional finance)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Concessional financing will need to at least triple by 2030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199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427A7-40BD-E179-DDF2-79D7AA5F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520BC1-2D7B-6927-97B1-970DBA164DE4}"/>
              </a:ext>
            </a:extLst>
          </p:cNvPr>
          <p:cNvSpPr txBox="1">
            <a:spLocks/>
          </p:cNvSpPr>
          <p:nvPr/>
        </p:nvSpPr>
        <p:spPr>
          <a:xfrm>
            <a:off x="496605" y="3792525"/>
            <a:ext cx="8056230" cy="2675596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endParaRPr lang="en-GB" sz="5400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03C3AFB-6A33-9679-6B28-F3C528F8E68B}"/>
              </a:ext>
            </a:extLst>
          </p:cNvPr>
          <p:cNvSpPr txBox="1">
            <a:spLocks/>
          </p:cNvSpPr>
          <p:nvPr/>
        </p:nvSpPr>
        <p:spPr>
          <a:xfrm>
            <a:off x="496605" y="4355629"/>
            <a:ext cx="8854659" cy="1259358"/>
          </a:xfrm>
          <a:prstGeom prst="rect">
            <a:avLst/>
          </a:prstGeom>
          <a:noFill/>
        </p:spPr>
        <p:txBody>
          <a:bodyPr lIns="91440" tIns="45720" rIns="91440" bIns="4572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800" b="1" kern="100">
                <a:solidFill>
                  <a:schemeClr val="bg1"/>
                </a:solidFill>
                <a:effectLst/>
              </a:rPr>
              <a:t>Debt financing for renewables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C0AE94-9DB7-7955-4ED9-070CA6D5ACCC}"/>
              </a:ext>
            </a:extLst>
          </p:cNvPr>
          <p:cNvCxnSpPr>
            <a:cxnSpLocks/>
          </p:cNvCxnSpPr>
          <p:nvPr/>
        </p:nvCxnSpPr>
        <p:spPr>
          <a:xfrm>
            <a:off x="614363" y="5614987"/>
            <a:ext cx="5481637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9F486A-E387-856F-FB18-9EAC914F7E15}"/>
              </a:ext>
            </a:extLst>
          </p:cNvPr>
          <p:cNvSpPr txBox="1"/>
          <p:nvPr/>
        </p:nvSpPr>
        <p:spPr>
          <a:xfrm>
            <a:off x="614363" y="5807646"/>
            <a:ext cx="6099858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ZA" sz="28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Part 2</a:t>
            </a:r>
            <a:endParaRPr lang="en-GB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675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12</a:t>
            </a:fld>
            <a:endParaRPr lang="sv-SE"/>
          </a:p>
        </p:txBody>
      </p:sp>
      <p:pic>
        <p:nvPicPr>
          <p:cNvPr id="3" name="Picture 2" descr="A graph showing the amount of climate finance in 2021&#10;&#10;Description automatically generated">
            <a:extLst>
              <a:ext uri="{FF2B5EF4-FFF2-40B4-BE49-F238E27FC236}">
                <a16:creationId xmlns:a16="http://schemas.microsoft.com/office/drawing/2014/main" id="{10F9DDD6-0C1A-CF94-DDF6-381836BD38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16"/>
          <a:stretch/>
        </p:blipFill>
        <p:spPr>
          <a:xfrm>
            <a:off x="4121682" y="1084525"/>
            <a:ext cx="7559387" cy="5408350"/>
          </a:xfrm>
          <a:prstGeom prst="rect">
            <a:avLst/>
          </a:prstGeom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9676957F-8FE5-44FE-4948-6818B6FB2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 for renewables</a:t>
            </a:r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635308-3D92-24A5-D61D-A82A354A364F}"/>
              </a:ext>
            </a:extLst>
          </p:cNvPr>
          <p:cNvSpPr txBox="1"/>
          <p:nvPr/>
        </p:nvSpPr>
        <p:spPr>
          <a:xfrm>
            <a:off x="410260" y="1316036"/>
            <a:ext cx="3713239" cy="4403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>
                <a:latin typeface="Open Sans"/>
                <a:ea typeface="Open Sans"/>
                <a:cs typeface="Open Sans"/>
              </a:rPr>
              <a:t>Debt financing plays an important role in global climate financial flows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>
                <a:latin typeface="Open Sans"/>
                <a:ea typeface="Open Sans"/>
                <a:cs typeface="Open Sans"/>
              </a:rPr>
              <a:t>In debt financing, capital is exchanged for specified loan repayments 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000">
                <a:latin typeface="Open Sans"/>
                <a:ea typeface="Open Sans"/>
                <a:cs typeface="Open Sans"/>
              </a:rPr>
              <a:t>Debt financing can either be on or off balance sheet</a:t>
            </a:r>
            <a:endParaRPr lang="en-GB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03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13</a:t>
            </a:fld>
            <a:endParaRPr lang="sv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6C496-D2B8-F9F5-6D35-BCE4136F1360}"/>
              </a:ext>
            </a:extLst>
          </p:cNvPr>
          <p:cNvSpPr txBox="1"/>
          <p:nvPr/>
        </p:nvSpPr>
        <p:spPr>
          <a:xfrm>
            <a:off x="677785" y="1184353"/>
            <a:ext cx="11198528" cy="584018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600">
                <a:latin typeface="Open Sans"/>
                <a:ea typeface="Calibri"/>
                <a:cs typeface="Calibri"/>
              </a:rPr>
              <a:t>Debt (and equity) financing can take place either on- or off- balance sheet, depending on project context</a:t>
            </a:r>
            <a:endParaRPr lang="en-GB" sz="2600"/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600" b="1">
                <a:latin typeface="Open Sans"/>
                <a:ea typeface="Calibri"/>
                <a:cs typeface="Calibri"/>
              </a:rPr>
              <a:t>On-balance sheet</a:t>
            </a:r>
            <a:r>
              <a:rPr lang="en-GB" sz="2600">
                <a:latin typeface="Open Sans"/>
                <a:ea typeface="Calibri"/>
                <a:cs typeface="Calibri"/>
              </a:rPr>
              <a:t>: projects are financed by a company and the debt taken on to finance it shows up on its balance sheet</a:t>
            </a:r>
            <a:endParaRPr lang="en-GB" sz="2600">
              <a:latin typeface="Open Sans"/>
              <a:ea typeface="Calibri" panose="020F0502020204030204" pitchFamily="34" charset="0"/>
              <a:cs typeface="Calibri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600" b="1">
                <a:latin typeface="Open Sans"/>
                <a:ea typeface="Calibri"/>
                <a:cs typeface="Calibri"/>
              </a:rPr>
              <a:t>Off-balance sheet: </a:t>
            </a:r>
            <a:r>
              <a:rPr lang="en-GB" sz="2600">
                <a:latin typeface="Open Sans"/>
                <a:ea typeface="Calibri"/>
                <a:cs typeface="Calibri"/>
              </a:rPr>
              <a:t>a separate financing structure is set up for the project, with debt and equity repaid from the project cashflow</a:t>
            </a:r>
            <a:endParaRPr lang="en-GB" sz="2600">
              <a:latin typeface="Open Sans"/>
              <a:ea typeface="Calibri" panose="020F0502020204030204" pitchFamily="34" charset="0"/>
              <a:cs typeface="Calibri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600">
                <a:latin typeface="Open Sans"/>
                <a:ea typeface="Calibri"/>
                <a:cs typeface="Calibri"/>
              </a:rPr>
              <a:t>Off-balance sheet financing structures typically allow for higher shares of debt and reduces the risks in the event of project failure</a:t>
            </a:r>
            <a:endParaRPr lang="en-GB" sz="2600">
              <a:latin typeface="Open Sans"/>
              <a:ea typeface="Calibri" panose="020F0502020204030204" pitchFamily="34" charset="0"/>
              <a:cs typeface="Calibri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en-GB" sz="2600">
              <a:latin typeface="Open Sans"/>
              <a:ea typeface="Calibri" panose="020F0502020204030204" pitchFamily="34" charset="0"/>
              <a:cs typeface="Calibri"/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DFC9569-4E88-70E3-2379-7C07B965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2013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14</a:t>
            </a:fld>
            <a:endParaRPr lang="sv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6C496-D2B8-F9F5-6D35-BCE4136F1360}"/>
              </a:ext>
            </a:extLst>
          </p:cNvPr>
          <p:cNvSpPr txBox="1"/>
          <p:nvPr/>
        </p:nvSpPr>
        <p:spPr>
          <a:xfrm>
            <a:off x="677785" y="1184353"/>
            <a:ext cx="11198528" cy="29165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Cost of debt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(Rd)</a:t>
            </a: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 can be disaggregated into several components: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Risk-free rate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</a:t>
            </a:r>
            <a:r>
              <a:rPr lang="en-GB" sz="2800" i="1" err="1">
                <a:latin typeface="Open Sans"/>
                <a:ea typeface="Calibri" panose="020F0502020204030204" pitchFamily="34" charset="0"/>
                <a:cs typeface="Calibri"/>
              </a:rPr>
              <a:t>Rff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Country risk premium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</a:t>
            </a:r>
            <a:r>
              <a:rPr lang="en-GB" sz="2800" i="1" err="1">
                <a:latin typeface="Open Sans"/>
                <a:ea typeface="Calibri" panose="020F0502020204030204" pitchFamily="34" charset="0"/>
                <a:cs typeface="Calibri"/>
              </a:rPr>
              <a:t>Rcc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Technology risk premium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</a:t>
            </a:r>
            <a:r>
              <a:rPr lang="en-GB" sz="2800" i="1" err="1">
                <a:latin typeface="Open Sans"/>
                <a:ea typeface="Calibri" panose="020F0502020204030204" pitchFamily="34" charset="0"/>
                <a:cs typeface="Calibri"/>
              </a:rPr>
              <a:t>Rtt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E0131E-3A13-29D4-42F0-5FB3EBA4C3BF}"/>
                  </a:ext>
                </a:extLst>
              </p:cNvPr>
              <p:cNvSpPr txBox="1"/>
              <p:nvPr/>
            </p:nvSpPr>
            <p:spPr>
              <a:xfrm>
                <a:off x="2607128" y="4842650"/>
                <a:ext cx="6977743" cy="830997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𝑅𝑑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𝑅𝑓𝑓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𝑅𝑐𝑐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𝑅𝑡𝑡</m:t>
                      </m:r>
                    </m:oMath>
                  </m:oMathPara>
                </a14:m>
                <a:endParaRPr lang="en-GB" sz="480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E0131E-3A13-29D4-42F0-5FB3EBA4C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7128" y="4842650"/>
                <a:ext cx="6977743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3">
            <a:extLst>
              <a:ext uri="{FF2B5EF4-FFF2-40B4-BE49-F238E27FC236}">
                <a16:creationId xmlns:a16="http://schemas.microsoft.com/office/drawing/2014/main" id="{6DFC9569-4E88-70E3-2379-7C07B965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305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15</a:t>
            </a:fld>
            <a:endParaRPr lang="sv-S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61DC2D-1ADD-1E0D-08BE-4B523BD1A9F7}"/>
              </a:ext>
            </a:extLst>
          </p:cNvPr>
          <p:cNvSpPr txBox="1"/>
          <p:nvPr/>
        </p:nvSpPr>
        <p:spPr>
          <a:xfrm>
            <a:off x="841073" y="1184353"/>
            <a:ext cx="5450869" cy="506074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Annual loan repayment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(AR)</a:t>
            </a: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 is based on several components: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Principal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(V)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Interest rate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(Rd)</a:t>
            </a:r>
            <a:endParaRPr lang="en-GB" sz="2800" i="1">
              <a:latin typeface="Open Sans"/>
              <a:ea typeface="Open Sans"/>
              <a:cs typeface="Calibri"/>
            </a:endParaRP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Grace period </a:t>
            </a:r>
            <a:r>
              <a:rPr lang="en-GB" sz="2800" i="1">
                <a:latin typeface="Open Sans"/>
                <a:ea typeface="Open Sans"/>
                <a:cs typeface="Calibri"/>
              </a:rPr>
              <a:t>(g)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Maturity</a:t>
            </a:r>
            <a:r>
              <a:rPr lang="en-GB" sz="2800" i="1">
                <a:latin typeface="Open Sans"/>
                <a:ea typeface="Open Sans"/>
                <a:cs typeface="Calibri"/>
              </a:rPr>
              <a:t> (m)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Repayment periods </a:t>
            </a:r>
            <a:r>
              <a:rPr lang="en-GB" sz="2800" i="1">
                <a:latin typeface="Open Sans"/>
                <a:ea typeface="Open Sans"/>
                <a:cs typeface="Calibri"/>
              </a:rPr>
              <a:t>(n=m-g)</a:t>
            </a:r>
            <a:endParaRPr lang="en-GB" sz="2800" i="1">
              <a:latin typeface="Open Sans"/>
              <a:ea typeface="Calibri" panose="020F0502020204030204" pitchFamily="34" charset="0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9C5FA6-8D72-EF2A-843B-0C175A44B54C}"/>
                  </a:ext>
                </a:extLst>
              </p:cNvPr>
              <p:cNvSpPr txBox="1"/>
              <p:nvPr/>
            </p:nvSpPr>
            <p:spPr>
              <a:xfrm>
                <a:off x="4941639" y="3080083"/>
                <a:ext cx="6727845" cy="1736116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GB" sz="4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4800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4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48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𝑅𝑑</m:t>
                              </m:r>
                              <m:sSup>
                                <m:sSupPr>
                                  <m:ctrlPr>
                                    <a:rPr lang="en-GB" sz="4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4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4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GB" sz="4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4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GB" sz="4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4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4800" i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GB" sz="4800" i="1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𝑅𝑑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48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GB" sz="4800" i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480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9C5FA6-8D72-EF2A-843B-0C175A44B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639" y="3080083"/>
                <a:ext cx="6727845" cy="173611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3">
            <a:extLst>
              <a:ext uri="{FF2B5EF4-FFF2-40B4-BE49-F238E27FC236}">
                <a16:creationId xmlns:a16="http://schemas.microsoft.com/office/drawing/2014/main" id="{E52A7160-4BAE-B933-BC6F-24BE1D9D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86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16</a:t>
            </a:fld>
            <a:endParaRPr lang="sv-S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44FF9-87B9-7677-AE60-D3D6A06DABFF}"/>
              </a:ext>
            </a:extLst>
          </p:cNvPr>
          <p:cNvSpPr txBox="1"/>
          <p:nvPr/>
        </p:nvSpPr>
        <p:spPr>
          <a:xfrm>
            <a:off x="644721" y="1183811"/>
            <a:ext cx="6881472" cy="481388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Debt providers investing internationally are exposed to exchange rate fluctuations, which can affect the value of loan repayments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It is especially an issue in developing countries, where inflation and economic instability can drive volatile exchange rates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International debt is typically denominated in "hard" currencies e.g., the US dollar to avoid exchange rate risks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86672F0-FD7D-BA0C-E8C1-7D168D169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Debt financing for renewables</a:t>
            </a:r>
            <a:endParaRPr lang="en-GB"/>
          </a:p>
        </p:txBody>
      </p:sp>
      <p:pic>
        <p:nvPicPr>
          <p:cNvPr id="2" name="Picture 1" descr="Exchange Rate Videos: 4K and HD Video Clips">
            <a:extLst>
              <a:ext uri="{FF2B5EF4-FFF2-40B4-BE49-F238E27FC236}">
                <a16:creationId xmlns:a16="http://schemas.microsoft.com/office/drawing/2014/main" id="{B4D8808D-E6B7-8601-7C3E-F10F962B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871" y="2271727"/>
            <a:ext cx="4060555" cy="2317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962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F29A-D277-0F5C-0941-CA8123588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610CA4D-A950-0D93-0B4A-39724686196C}"/>
              </a:ext>
            </a:extLst>
          </p:cNvPr>
          <p:cNvSpPr txBox="1">
            <a:spLocks/>
          </p:cNvSpPr>
          <p:nvPr/>
        </p:nvSpPr>
        <p:spPr>
          <a:xfrm>
            <a:off x="496605" y="3792525"/>
            <a:ext cx="8056230" cy="2675596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endParaRPr lang="en-GB" sz="5400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863F435-208B-7FBC-DF44-E7C68EF460E3}"/>
              </a:ext>
            </a:extLst>
          </p:cNvPr>
          <p:cNvSpPr txBox="1">
            <a:spLocks/>
          </p:cNvSpPr>
          <p:nvPr/>
        </p:nvSpPr>
        <p:spPr>
          <a:xfrm>
            <a:off x="496605" y="4355629"/>
            <a:ext cx="8854659" cy="1259358"/>
          </a:xfrm>
          <a:prstGeom prst="rect">
            <a:avLst/>
          </a:prstGeom>
          <a:noFill/>
        </p:spPr>
        <p:txBody>
          <a:bodyPr lIns="91440" tIns="45720" rIns="91440" bIns="4572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800" b="1" kern="100">
                <a:solidFill>
                  <a:schemeClr val="bg1"/>
                </a:solidFill>
                <a:effectLst/>
              </a:rPr>
              <a:t>Cost of Commercial Equity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16CCC9B-0188-F71A-9DEB-166DBC38F0ED}"/>
              </a:ext>
            </a:extLst>
          </p:cNvPr>
          <p:cNvCxnSpPr>
            <a:cxnSpLocks/>
          </p:cNvCxnSpPr>
          <p:nvPr/>
        </p:nvCxnSpPr>
        <p:spPr>
          <a:xfrm>
            <a:off x="614363" y="5614987"/>
            <a:ext cx="5481637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CF106B4-2540-80A2-F486-B361A7B6C995}"/>
              </a:ext>
            </a:extLst>
          </p:cNvPr>
          <p:cNvSpPr txBox="1"/>
          <p:nvPr/>
        </p:nvSpPr>
        <p:spPr>
          <a:xfrm>
            <a:off x="614363" y="5807646"/>
            <a:ext cx="6099858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ZA" sz="28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Part 3</a:t>
            </a:r>
            <a:endParaRPr lang="en-GB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663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18</a:t>
            </a:fld>
            <a:endParaRPr lang="sv-SE"/>
          </a:p>
        </p:txBody>
      </p:sp>
      <p:pic>
        <p:nvPicPr>
          <p:cNvPr id="8" name="Picture 7" descr="A graph of a graph showing the amount of climate finance&#10;&#10;Description automatically generated with medium confidence">
            <a:extLst>
              <a:ext uri="{FF2B5EF4-FFF2-40B4-BE49-F238E27FC236}">
                <a16:creationId xmlns:a16="http://schemas.microsoft.com/office/drawing/2014/main" id="{89223705-2E49-BA87-43B8-671341C448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418"/>
          <a:stretch/>
        </p:blipFill>
        <p:spPr>
          <a:xfrm>
            <a:off x="4103077" y="1267542"/>
            <a:ext cx="7577992" cy="52699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99EB8-F371-707F-7E62-186E36621912}"/>
              </a:ext>
            </a:extLst>
          </p:cNvPr>
          <p:cNvSpPr txBox="1"/>
          <p:nvPr/>
        </p:nvSpPr>
        <p:spPr>
          <a:xfrm>
            <a:off x="410260" y="1282419"/>
            <a:ext cx="4126039" cy="532171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Equity financing plays a smaller, but still important, role in climate financial flows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 equity financing, capital is exchanged for a stake in the company or project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Equity financing also can be either on- or off- balance sheet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E4C87DA-8226-3517-B415-B6E53DF91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Equity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648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19</a:t>
            </a:fld>
            <a:endParaRPr lang="sv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CDA1F-CF31-7347-D990-665EB2C89C60}"/>
              </a:ext>
            </a:extLst>
          </p:cNvPr>
          <p:cNvSpPr txBox="1"/>
          <p:nvPr/>
        </p:nvSpPr>
        <p:spPr>
          <a:xfrm>
            <a:off x="862845" y="1314985"/>
            <a:ext cx="9130242" cy="41066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With equity finance there is no guaranteed return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 b="1">
                <a:solidFill>
                  <a:schemeClr val="accent2"/>
                </a:solidFill>
                <a:latin typeface="Open Sans"/>
                <a:ea typeface="Open Sans"/>
                <a:cs typeface="Calibri"/>
              </a:rPr>
              <a:t>Ex ante:</a:t>
            </a:r>
            <a:r>
              <a:rPr lang="en-GB" sz="2800">
                <a:latin typeface="Open Sans"/>
                <a:ea typeface="Open Sans"/>
                <a:cs typeface="Calibri"/>
              </a:rPr>
              <a:t> investors will have an expectation of return on equity that will affect their decision to invest and is based on market benchmarks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 b="1">
                <a:solidFill>
                  <a:schemeClr val="accent2"/>
                </a:solidFill>
                <a:latin typeface="Open Sans"/>
                <a:ea typeface="Open Sans"/>
                <a:cs typeface="Calibri"/>
              </a:rPr>
              <a:t>Ex post:</a:t>
            </a:r>
            <a:r>
              <a:rPr lang="en-GB" sz="2800">
                <a:latin typeface="Open Sans"/>
                <a:ea typeface="Open Sans"/>
                <a:cs typeface="Calibri"/>
              </a:rPr>
              <a:t> investors will receive each year what is left over after all other creditors have been repaid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D18980D-2F63-9789-46A8-E85D0011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Equity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954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20</a:t>
            </a:fld>
            <a:endParaRPr lang="sv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0CDA1F-CF31-7347-D990-665EB2C89C60}"/>
              </a:ext>
            </a:extLst>
          </p:cNvPr>
          <p:cNvSpPr txBox="1"/>
          <p:nvPr/>
        </p:nvSpPr>
        <p:spPr>
          <a:xfrm>
            <a:off x="851640" y="1314985"/>
            <a:ext cx="10071535" cy="475296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Equity financing is therefore more expensive than commercial debt financing, as investors run the risk of completely losing the capital invested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Whereas debt investors are still entitled to their loan repayments if the project or company goes under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The “equity risk premium” above debt varies by sector and with time but typically ranges between 5-10%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D18980D-2F63-9789-46A8-E85D0011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Equity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0865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4AF1-D4D4-BD3A-BF7E-9A95AE4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3B39FC98-64C1-E762-73CC-6EDF77D18FF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21</a:t>
            </a:fld>
            <a:endParaRPr lang="sv-S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433A6B-64C4-BF33-7D8D-88C14BF8AB0C}"/>
              </a:ext>
            </a:extLst>
          </p:cNvPr>
          <p:cNvSpPr txBox="1"/>
          <p:nvPr/>
        </p:nvSpPr>
        <p:spPr>
          <a:xfrm>
            <a:off x="547158" y="1184353"/>
            <a:ext cx="11024356" cy="35628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Cost of equity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(Re)</a:t>
            </a: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 can be disaggregated into several components: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Risk-free rate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 (</a:t>
            </a:r>
            <a:r>
              <a:rPr lang="en-GB" sz="2800" i="1" err="1">
                <a:latin typeface="Open Sans"/>
                <a:ea typeface="Calibri" panose="020F0502020204030204" pitchFamily="34" charset="0"/>
                <a:cs typeface="Calibri"/>
              </a:rPr>
              <a:t>Rff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)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Calibri" panose="020F0502020204030204" pitchFamily="34" charset="0"/>
                <a:cs typeface="Calibri"/>
              </a:rPr>
              <a:t>Equity risk premium </a:t>
            </a:r>
            <a:r>
              <a:rPr lang="en-GB" sz="2800" i="1">
                <a:latin typeface="Open Sans"/>
                <a:ea typeface="Calibri" panose="020F0502020204030204" pitchFamily="34" charset="0"/>
                <a:cs typeface="Calibri"/>
              </a:rPr>
              <a:t>(Ree)</a:t>
            </a:r>
            <a:endParaRPr lang="en-GB" sz="2800" i="1">
              <a:latin typeface="Open Sans"/>
              <a:ea typeface="Open Sans"/>
              <a:cs typeface="Calibri"/>
            </a:endParaRP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800">
                <a:latin typeface="Open Sans"/>
                <a:ea typeface="Open Sans"/>
                <a:cs typeface="Calibri"/>
              </a:rPr>
              <a:t>Beta coefficient (ß): measure of the risk relative to the market</a:t>
            </a:r>
            <a:endParaRPr lang="en-GB" sz="2800" i="1">
              <a:latin typeface="Open Sans"/>
              <a:ea typeface="Calibri" panose="020F0502020204030204" pitchFamily="34" charset="0"/>
              <a:cs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6A86D5-50F0-DE86-3A0F-E65B89EA9C5E}"/>
                  </a:ext>
                </a:extLst>
              </p:cNvPr>
              <p:cNvSpPr txBox="1"/>
              <p:nvPr/>
            </p:nvSpPr>
            <p:spPr>
              <a:xfrm>
                <a:off x="3048000" y="5150980"/>
                <a:ext cx="6096000" cy="830997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𝑅𝑒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𝑅𝑓𝑓</m:t>
                      </m:r>
                      <m:r>
                        <a:rPr lang="en-GB" sz="4800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+ß</m:t>
                      </m:r>
                      <m:r>
                        <a:rPr lang="en-GB" sz="4800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𝑅𝑒𝑒</m:t>
                      </m:r>
                    </m:oMath>
                  </m:oMathPara>
                </a14:m>
                <a:endParaRPr lang="en-GB" sz="480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6A86D5-50F0-DE86-3A0F-E65B89EA9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150980"/>
                <a:ext cx="6096000" cy="8309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3">
            <a:extLst>
              <a:ext uri="{FF2B5EF4-FFF2-40B4-BE49-F238E27FC236}">
                <a16:creationId xmlns:a16="http://schemas.microsoft.com/office/drawing/2014/main" id="{041D9F62-40EE-7B06-D5ED-D86846511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4000"/>
          </a:xfrm>
        </p:spPr>
        <p:txBody>
          <a:bodyPr anchor="ctr"/>
          <a:lstStyle/>
          <a:p>
            <a:r>
              <a:rPr lang="en-US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Equity financing for renewables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316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396A-173A-4EAD-D25F-19259BC2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D4F9FA4-9167-5309-26D4-B6466EBAAA6A}"/>
              </a:ext>
            </a:extLst>
          </p:cNvPr>
          <p:cNvSpPr txBox="1">
            <a:spLocks/>
          </p:cNvSpPr>
          <p:nvPr/>
        </p:nvSpPr>
        <p:spPr>
          <a:xfrm>
            <a:off x="496605" y="3792525"/>
            <a:ext cx="8056230" cy="2675596"/>
          </a:xfrm>
          <a:prstGeom prst="rect">
            <a:avLst/>
          </a:prstGeom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endParaRPr lang="en-GB" sz="5400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4FB6077-3A21-A117-B7EC-AE2C328C95EE}"/>
              </a:ext>
            </a:extLst>
          </p:cNvPr>
          <p:cNvSpPr txBox="1">
            <a:spLocks/>
          </p:cNvSpPr>
          <p:nvPr/>
        </p:nvSpPr>
        <p:spPr>
          <a:xfrm>
            <a:off x="496605" y="4355629"/>
            <a:ext cx="8854659" cy="1259358"/>
          </a:xfrm>
          <a:prstGeom prst="rect">
            <a:avLst/>
          </a:prstGeom>
          <a:noFill/>
        </p:spPr>
        <p:txBody>
          <a:bodyPr lIns="91440" tIns="45720" rIns="91440" bIns="4572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4800" kern="100">
                <a:solidFill>
                  <a:schemeClr val="bg1"/>
                </a:solidFill>
              </a:rPr>
              <a:t>Weighted Average Cost of Capital</a:t>
            </a:r>
            <a:endParaRPr lang="en-GB" sz="4800" b="1" kern="100">
              <a:solidFill>
                <a:schemeClr val="bg1"/>
              </a:solidFill>
              <a:effectLst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5412E0-CCBE-A89C-227F-8A4C8283F085}"/>
              </a:ext>
            </a:extLst>
          </p:cNvPr>
          <p:cNvCxnSpPr>
            <a:cxnSpLocks/>
          </p:cNvCxnSpPr>
          <p:nvPr/>
        </p:nvCxnSpPr>
        <p:spPr>
          <a:xfrm>
            <a:off x="614363" y="5614987"/>
            <a:ext cx="5481637" cy="0"/>
          </a:xfrm>
          <a:prstGeom prst="line">
            <a:avLst/>
          </a:prstGeom>
          <a:ln w="349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EB779EF-00C6-7ADE-FBAF-EA0D96F6D076}"/>
              </a:ext>
            </a:extLst>
          </p:cNvPr>
          <p:cNvSpPr txBox="1"/>
          <p:nvPr/>
        </p:nvSpPr>
        <p:spPr>
          <a:xfrm>
            <a:off x="614363" y="5807646"/>
            <a:ext cx="6099858" cy="52322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ZA" sz="2800" b="1" spc="60">
                <a:solidFill>
                  <a:schemeClr val="bg1"/>
                </a:solidFill>
                <a:effectLst/>
                <a:latin typeface="Arial Black"/>
                <a:cs typeface="Arial Black" panose="020B0604020202020204" pitchFamily="34" charset="0"/>
              </a:rPr>
              <a:t>Part 4</a:t>
            </a:r>
            <a:endParaRPr lang="en-GB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9910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DE73-58B2-5AEC-73E8-B709E439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B29F59F-2BD0-56BB-3DD9-FE45889F5B7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23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DF0251-5A8F-8C8E-CC60-91C864B1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Contributions to the overall cost of capital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CAD299-B7E6-67E3-4956-70D10CA9E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18" y="1172407"/>
            <a:ext cx="8354060" cy="50433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2BADA1-E969-E538-276C-A722D26F1746}"/>
                  </a:ext>
                </a:extLst>
              </p:cNvPr>
              <p:cNvSpPr txBox="1"/>
              <p:nvPr/>
            </p:nvSpPr>
            <p:spPr>
              <a:xfrm>
                <a:off x="7522028" y="3499765"/>
                <a:ext cx="3907972" cy="2630464"/>
              </a:xfrm>
              <a:prstGeom prst="rect">
                <a:avLst/>
              </a:prstGeom>
              <a:solidFill>
                <a:srgbClr val="AADAFF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en-GB" sz="2400" kern="10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GB"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400" kern="1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also known as the leverage ratio and conveys the risk of debt default, leverage ratios are typically in the 50-70% range for energy projects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2BADA1-E969-E538-276C-A722D26F1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028" y="3499765"/>
                <a:ext cx="3907972" cy="2630464"/>
              </a:xfrm>
              <a:prstGeom prst="rect">
                <a:avLst/>
              </a:prstGeom>
              <a:blipFill>
                <a:blip r:embed="rId3"/>
                <a:stretch>
                  <a:fillRect l="-156" r="-2496" b="-4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266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DE73-58B2-5AEC-73E8-B709E439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B29F59F-2BD0-56BB-3DD9-FE45889F5B7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24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DF0251-5A8F-8C8E-CC60-91C864B1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Contributions to the overall cost of capital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72592-0BCC-0A2D-0535-0DDDD0D4DE91}"/>
              </a:ext>
            </a:extLst>
          </p:cNvPr>
          <p:cNvSpPr txBox="1"/>
          <p:nvPr/>
        </p:nvSpPr>
        <p:spPr>
          <a:xfrm>
            <a:off x="644722" y="1183811"/>
            <a:ext cx="5178561" cy="532171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 discussed in Lecture 4, the capital structure of renewables varies but is typically close to 80:20 Debt to Equity split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Between countries, the Debt to Equity ratio for renewable investments varies widely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Countries perceived as risky typically have reduced debt shares (though other factors affect this)</a:t>
            </a:r>
          </a:p>
        </p:txBody>
      </p:sp>
      <p:pic>
        <p:nvPicPr>
          <p:cNvPr id="3" name="Picture 2" descr="A map of europe with different countries/regions&#10;&#10;Description automatically generated">
            <a:extLst>
              <a:ext uri="{FF2B5EF4-FFF2-40B4-BE49-F238E27FC236}">
                <a16:creationId xmlns:a16="http://schemas.microsoft.com/office/drawing/2014/main" id="{8E76E35C-ECFC-EC53-FC20-0115BE4B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40" y="1183811"/>
            <a:ext cx="6000737" cy="51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21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DE73-58B2-5AEC-73E8-B709E439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B29F59F-2BD0-56BB-3DD9-FE45889F5B7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25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DF0251-5A8F-8C8E-CC60-91C864B1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Contributions to the overall cost of capital</a:t>
            </a:r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72592-0BCC-0A2D-0535-0DDDD0D4DE91}"/>
              </a:ext>
            </a:extLst>
          </p:cNvPr>
          <p:cNvSpPr txBox="1"/>
          <p:nvPr/>
        </p:nvSpPr>
        <p:spPr>
          <a:xfrm>
            <a:off x="644722" y="1183811"/>
            <a:ext cx="5057608" cy="540011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Other factors that affect D-E ratios are interest rates, market actor type, and whether it is on- or off-balance sheet financing</a:t>
            </a:r>
          </a:p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Higher levels of debt typically reduce the cost of capital, as:</a:t>
            </a:r>
            <a:endParaRPr lang="en-GB"/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Debt is available at a lower cost than equity</a:t>
            </a:r>
          </a:p>
          <a:p>
            <a:pPr marL="914400" lvl="1" indent="-457200">
              <a:lnSpc>
                <a:spcPct val="150000"/>
              </a:lnSpc>
              <a:spcAft>
                <a:spcPts val="800"/>
              </a:spcAft>
              <a:buFont typeface="Courier New" panose="020B0604020202020204" pitchFamily="34" charset="0"/>
              <a:buChar char="o"/>
            </a:pPr>
            <a:r>
              <a:rPr lang="en-GB" sz="2200">
                <a:latin typeface="Open Sans"/>
                <a:ea typeface="Open Sans"/>
                <a:cs typeface="Open Sans"/>
              </a:rPr>
              <a:t>Interest repayments to banks are exempt from tax</a:t>
            </a:r>
          </a:p>
        </p:txBody>
      </p:sp>
      <p:pic>
        <p:nvPicPr>
          <p:cNvPr id="3" name="Picture 2" descr="A map of europe with different countries/regions&#10;&#10;Description automatically generated">
            <a:extLst>
              <a:ext uri="{FF2B5EF4-FFF2-40B4-BE49-F238E27FC236}">
                <a16:creationId xmlns:a16="http://schemas.microsoft.com/office/drawing/2014/main" id="{8E76E35C-ECFC-EC53-FC20-0115BE4B1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540" y="1183811"/>
            <a:ext cx="6000737" cy="51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503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DE73-58B2-5AEC-73E8-B709E439F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7B29F59F-2BD0-56BB-3DD9-FE45889F5B7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000000-1234-1234-1234-123412341234}" type="slidenum">
              <a:rPr lang="sv-SE" smtClean="0"/>
              <a:pPr/>
              <a:t>26</a:t>
            </a:fld>
            <a:endParaRPr lang="sv-S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DF0251-5A8F-8C8E-CC60-91C864B12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>
                <a:solidFill>
                  <a:srgbClr val="C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Contributions to the overall cost of capital</a:t>
            </a:r>
            <a:endParaRPr lang="en-GB"/>
          </a:p>
        </p:txBody>
      </p:sp>
      <p:pic>
        <p:nvPicPr>
          <p:cNvPr id="7" name="Picture 6" descr="A graph of different types of wind energy&#10;&#10;Description automatically generated with medium confidence">
            <a:extLst>
              <a:ext uri="{FF2B5EF4-FFF2-40B4-BE49-F238E27FC236}">
                <a16:creationId xmlns:a16="http://schemas.microsoft.com/office/drawing/2014/main" id="{E25C3B19-6379-ECF8-9B66-AB6983ED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028" y="2435285"/>
            <a:ext cx="7879944" cy="4130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D2426D-6936-CB11-A344-3CFBA95FD4E6}"/>
              </a:ext>
            </a:extLst>
          </p:cNvPr>
          <p:cNvSpPr txBox="1"/>
          <p:nvPr/>
        </p:nvSpPr>
        <p:spPr>
          <a:xfrm>
            <a:off x="644723" y="1183811"/>
            <a:ext cx="9509930" cy="1053878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anchor="t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2200">
                <a:latin typeface="Open Sans"/>
                <a:ea typeface="Open Sans"/>
                <a:cs typeface="Open Sans"/>
              </a:rPr>
              <a:t>Geographically varying D-E splits and the cost of equity and debt combine to give different costs of capital between regions</a:t>
            </a:r>
          </a:p>
        </p:txBody>
      </p:sp>
    </p:spTree>
    <p:extLst>
      <p:ext uri="{BB962C8B-B14F-4D97-AF65-F5344CB8AC3E}">
        <p14:creationId xmlns:p14="http://schemas.microsoft.com/office/powerpoint/2010/main" val="3398676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1D3A-296D-75FB-88E4-B253A9E88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3030354"/>
            <a:ext cx="9607824" cy="797291"/>
          </a:xfrm>
        </p:spPr>
        <p:txBody>
          <a:bodyPr>
            <a:normAutofit fontScale="90000"/>
          </a:bodyPr>
          <a:lstStyle/>
          <a:p>
            <a:r>
              <a:rPr lang="en-US" sz="540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96F28-88BB-36FE-A171-303A4E6793D3}"/>
              </a:ext>
            </a:extLst>
          </p:cNvPr>
          <p:cNvSpPr txBox="1"/>
          <p:nvPr/>
        </p:nvSpPr>
        <p:spPr>
          <a:xfrm>
            <a:off x="1311610" y="6266740"/>
            <a:ext cx="69846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</a:rPr>
              <a:t>Contact Information: </a:t>
            </a:r>
            <a:r>
              <a:rPr lang="en-GB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v.foster@imperial.ac.uk</a:t>
            </a:r>
            <a:r>
              <a:rPr lang="en-GB">
                <a:solidFill>
                  <a:schemeClr val="bg1"/>
                </a:solidFill>
              </a:rPr>
              <a:t> or </a:t>
            </a:r>
            <a:r>
              <a:rPr lang="en-GB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hannah.luscombe@ouce.ox.ac.uk</a:t>
            </a:r>
            <a:r>
              <a:rPr lang="en-GB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9286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G Colou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12069"/>
      </a:accent1>
      <a:accent2>
        <a:srgbClr val="C8102E"/>
      </a:accent2>
      <a:accent3>
        <a:srgbClr val="AFC7FE"/>
      </a:accent3>
      <a:accent4>
        <a:srgbClr val="5F8EFD"/>
      </a:accent4>
      <a:accent5>
        <a:srgbClr val="0F56FD"/>
      </a:accent5>
      <a:accent6>
        <a:srgbClr val="910C22"/>
      </a:accent6>
      <a:hlink>
        <a:srgbClr val="4151C3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b696a8a-ab1a-459b-a09e-44df7cbe9330">
      <Terms xmlns="http://schemas.microsoft.com/office/infopath/2007/PartnerControls"/>
    </lcf76f155ced4ddcb4097134ff3c332f>
    <TaxCatchAll xmlns="35b8b66e-5759-43c1-a138-f967a8bf5a2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3F727AA7180443A862CD9A25741398" ma:contentTypeVersion="18" ma:contentTypeDescription="Create a new document." ma:contentTypeScope="" ma:versionID="a15470f3de19f5213b20cf20a4995d57">
  <xsd:schema xmlns:xsd="http://www.w3.org/2001/XMLSchema" xmlns:xs="http://www.w3.org/2001/XMLSchema" xmlns:p="http://schemas.microsoft.com/office/2006/metadata/properties" xmlns:ns2="35b8b66e-5759-43c1-a138-f967a8bf5a20" xmlns:ns3="0b696a8a-ab1a-459b-a09e-44df7cbe9330" targetNamespace="http://schemas.microsoft.com/office/2006/metadata/properties" ma:root="true" ma:fieldsID="a0986734c870a0a15ed8795bbdb10adf" ns2:_="" ns3:_="">
    <xsd:import namespace="35b8b66e-5759-43c1-a138-f967a8bf5a20"/>
    <xsd:import namespace="0b696a8a-ab1a-459b-a09e-44df7cbe933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b8b66e-5759-43c1-a138-f967a8bf5a2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581a30b-7206-4dc0-86e4-cd83cec9bd9f}" ma:internalName="TaxCatchAll" ma:showField="CatchAllData" ma:web="35b8b66e-5759-43c1-a138-f967a8bf5a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696a8a-ab1a-459b-a09e-44df7cbe93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3b1f9f8-f5cc-49a8-8ca6-8016371bf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1DDE83-2ED0-4567-A669-A16A212F164D}">
  <ds:schemaRefs>
    <ds:schemaRef ds:uri="0b696a8a-ab1a-459b-a09e-44df7cbe9330"/>
    <ds:schemaRef ds:uri="35b8b66e-5759-43c1-a138-f967a8bf5a2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9C56AEB-6C81-4D2E-983F-11EAB5C5447A}">
  <ds:schemaRefs>
    <ds:schemaRef ds:uri="0b696a8a-ab1a-459b-a09e-44df7cbe9330"/>
    <ds:schemaRef ds:uri="35b8b66e-5759-43c1-a138-f967a8bf5a2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05F7E04-0F8F-4ECA-9525-3F0638DC6B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Learning Outcomes</vt:lpstr>
      <vt:lpstr>PowerPoint Presentation</vt:lpstr>
      <vt:lpstr>Costs of capital and the energy transition</vt:lpstr>
      <vt:lpstr>Costs of capital and the energy transition</vt:lpstr>
      <vt:lpstr>Costs of capital and the energy transition</vt:lpstr>
      <vt:lpstr>Costs of capital and the energy transition</vt:lpstr>
      <vt:lpstr>Costs of capital and the energy transition</vt:lpstr>
      <vt:lpstr>Costs of capital and the energy transition</vt:lpstr>
      <vt:lpstr>PowerPoint Presentation</vt:lpstr>
      <vt:lpstr>Debt financing for renewables</vt:lpstr>
      <vt:lpstr>Debt financing for renewables</vt:lpstr>
      <vt:lpstr>Debt financing for renewables</vt:lpstr>
      <vt:lpstr>Debt financing for renewables</vt:lpstr>
      <vt:lpstr>Debt financing for renewables</vt:lpstr>
      <vt:lpstr>PowerPoint Presentation</vt:lpstr>
      <vt:lpstr>Equity financing for renewables</vt:lpstr>
      <vt:lpstr>Equity financing for renewables</vt:lpstr>
      <vt:lpstr>Equity financing for renewables</vt:lpstr>
      <vt:lpstr>Equity financing for renewables</vt:lpstr>
      <vt:lpstr>PowerPoint Presentation</vt:lpstr>
      <vt:lpstr>Contributions to the overall cost of capital</vt:lpstr>
      <vt:lpstr>Contributions to the overall cost of capital</vt:lpstr>
      <vt:lpstr>Contributions to the overall cost of capital</vt:lpstr>
      <vt:lpstr>Contributions to the overall cost of capital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[Descriptive Title]</dc:title>
  <dc:creator>Eunice Ramos</dc:creator>
  <cp:revision>1</cp:revision>
  <dcterms:created xsi:type="dcterms:W3CDTF">2019-06-09T10:25:43Z</dcterms:created>
  <dcterms:modified xsi:type="dcterms:W3CDTF">2025-01-24T12:24:51Z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0x010100633F727AA7180443A862CD9A25741398</vt:lpwstr>
  </property>
  <property fmtid="{D5CDD505-2E9C-101B-9397-08002B2CF9AE}" pid="3" name="MediaServiceImageTags">
    <vt:lpwstr/>
  </property>
</Properties>
</file>