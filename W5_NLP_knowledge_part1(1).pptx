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9" r:id="rId5"/>
  </p:sldMasterIdLst>
  <p:notesMasterIdLst>
    <p:notesMasterId r:id="rId35"/>
  </p:notesMasterIdLst>
  <p:sldIdLst>
    <p:sldId id="446" r:id="rId6"/>
    <p:sldId id="257" r:id="rId7"/>
    <p:sldId id="448" r:id="rId8"/>
    <p:sldId id="447" r:id="rId9"/>
    <p:sldId id="449" r:id="rId10"/>
    <p:sldId id="462" r:id="rId11"/>
    <p:sldId id="450" r:id="rId12"/>
    <p:sldId id="451" r:id="rId13"/>
    <p:sldId id="453" r:id="rId14"/>
    <p:sldId id="454" r:id="rId15"/>
    <p:sldId id="456" r:id="rId16"/>
    <p:sldId id="455" r:id="rId17"/>
    <p:sldId id="457" r:id="rId18"/>
    <p:sldId id="459" r:id="rId19"/>
    <p:sldId id="461" r:id="rId20"/>
    <p:sldId id="466" r:id="rId21"/>
    <p:sldId id="467" r:id="rId22"/>
    <p:sldId id="478" r:id="rId23"/>
    <p:sldId id="468" r:id="rId24"/>
    <p:sldId id="469" r:id="rId25"/>
    <p:sldId id="471" r:id="rId26"/>
    <p:sldId id="472" r:id="rId27"/>
    <p:sldId id="473" r:id="rId28"/>
    <p:sldId id="475" r:id="rId29"/>
    <p:sldId id="477" r:id="rId30"/>
    <p:sldId id="474" r:id="rId31"/>
    <p:sldId id="378" r:id="rId32"/>
    <p:sldId id="479" r:id="rId33"/>
    <p:sldId id="445" r:id="rId34"/>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01C9C"/>
    <a:srgbClr val="AC1DA9"/>
    <a:srgbClr val="D324CF"/>
    <a:srgbClr val="8F1A8A"/>
    <a:srgbClr val="A91F2E"/>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E662A-E847-4F3F-9B8F-EA992C58BBEA}" v="7" dt="2025-02-03T20:14:10.5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63" autoAdjust="0"/>
    <p:restoredTop sz="90873"/>
  </p:normalViewPr>
  <p:slideViewPr>
    <p:cSldViewPr snapToGrid="0">
      <p:cViewPr varScale="1">
        <p:scale>
          <a:sx n="99" d="100"/>
          <a:sy n="99" d="100"/>
        </p:scale>
        <p:origin x="619" y="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n Zhang" userId="3c654fb7-5f49-47ba-b651-bcb6c6cdf94b" providerId="ADAL" clId="{2F3C63A4-F339-C644-8D47-69675EABC164}"/>
    <pc:docChg chg="modSld">
      <pc:chgData name="Wen Zhang" userId="3c654fb7-5f49-47ba-b651-bcb6c6cdf94b" providerId="ADAL" clId="{2F3C63A4-F339-C644-8D47-69675EABC164}" dt="2022-10-07T15:56:58.445" v="4" actId="207"/>
      <pc:docMkLst>
        <pc:docMk/>
      </pc:docMkLst>
      <pc:sldChg chg="modSp modAnim">
        <pc:chgData name="Wen Zhang" userId="3c654fb7-5f49-47ba-b651-bcb6c6cdf94b" providerId="ADAL" clId="{2F3C63A4-F339-C644-8D47-69675EABC164}" dt="2022-10-04T23:12:10.130" v="0" actId="20577"/>
        <pc:sldMkLst>
          <pc:docMk/>
          <pc:sldMk cId="1825757234" sldId="257"/>
        </pc:sldMkLst>
      </pc:sldChg>
      <pc:sldChg chg="modSp">
        <pc:chgData name="Wen Zhang" userId="3c654fb7-5f49-47ba-b651-bcb6c6cdf94b" providerId="ADAL" clId="{2F3C63A4-F339-C644-8D47-69675EABC164}" dt="2022-10-07T15:56:42.876" v="2" actId="207"/>
        <pc:sldMkLst>
          <pc:docMk/>
          <pc:sldMk cId="3032718034" sldId="409"/>
        </pc:sldMkLst>
      </pc:sldChg>
      <pc:sldChg chg="modSp mod">
        <pc:chgData name="Wen Zhang" userId="3c654fb7-5f49-47ba-b651-bcb6c6cdf94b" providerId="ADAL" clId="{2F3C63A4-F339-C644-8D47-69675EABC164}" dt="2022-10-04T23:13:25.382" v="1"/>
        <pc:sldMkLst>
          <pc:docMk/>
          <pc:sldMk cId="3549240271" sldId="435"/>
        </pc:sldMkLst>
      </pc:sldChg>
      <pc:sldChg chg="modSp">
        <pc:chgData name="Wen Zhang" userId="3c654fb7-5f49-47ba-b651-bcb6c6cdf94b" providerId="ADAL" clId="{2F3C63A4-F339-C644-8D47-69675EABC164}" dt="2022-10-07T15:56:58.445" v="4" actId="207"/>
        <pc:sldMkLst>
          <pc:docMk/>
          <pc:sldMk cId="606773134" sldId="440"/>
        </pc:sldMkLst>
      </pc:sldChg>
    </pc:docChg>
  </pc:docChgLst>
  <pc:docChgLst>
    <pc:chgData name="Wen Zhang" userId="3c654fb7-5f49-47ba-b651-bcb6c6cdf94b" providerId="ADAL" clId="{B1A2DE84-294E-43CE-BA7F-B2D1A0260EE5}"/>
    <pc:docChg chg="modSld">
      <pc:chgData name="Wen Zhang" userId="3c654fb7-5f49-47ba-b651-bcb6c6cdf94b" providerId="ADAL" clId="{B1A2DE84-294E-43CE-BA7F-B2D1A0260EE5}" dt="2024-02-18T20:52:00.311" v="0"/>
      <pc:docMkLst>
        <pc:docMk/>
      </pc:docMkLst>
      <pc:sldChg chg="modTransition">
        <pc:chgData name="Wen Zhang" userId="3c654fb7-5f49-47ba-b651-bcb6c6cdf94b" providerId="ADAL" clId="{B1A2DE84-294E-43CE-BA7F-B2D1A0260EE5}" dt="2024-02-18T20:52:00.311" v="0"/>
        <pc:sldMkLst>
          <pc:docMk/>
          <pc:sldMk cId="2187002874" sldId="446"/>
        </pc:sldMkLst>
      </pc:sldChg>
    </pc:docChg>
  </pc:docChgLst>
  <pc:docChgLst>
    <pc:chgData name="Wen Zhang" userId="3c654fb7-5f49-47ba-b651-bcb6c6cdf94b" providerId="ADAL" clId="{8762DE7C-3D00-8647-B4F1-0F9C5431DC96}"/>
    <pc:docChg chg="modSld modShowInfo">
      <pc:chgData name="Wen Zhang" userId="3c654fb7-5f49-47ba-b651-bcb6c6cdf94b" providerId="ADAL" clId="{8762DE7C-3D00-8647-B4F1-0F9C5431DC96}" dt="2023-02-09T14:01:33.338" v="10" actId="20577"/>
      <pc:docMkLst>
        <pc:docMk/>
      </pc:docMkLst>
      <pc:sldChg chg="modTransition">
        <pc:chgData name="Wen Zhang" userId="3c654fb7-5f49-47ba-b651-bcb6c6cdf94b" providerId="ADAL" clId="{8762DE7C-3D00-8647-B4F1-0F9C5431DC96}" dt="2023-02-04T00:23:09.490" v="0"/>
        <pc:sldMkLst>
          <pc:docMk/>
          <pc:sldMk cId="1825757234" sldId="257"/>
        </pc:sldMkLst>
      </pc:sldChg>
      <pc:sldChg chg="modTransition">
        <pc:chgData name="Wen Zhang" userId="3c654fb7-5f49-47ba-b651-bcb6c6cdf94b" providerId="ADAL" clId="{8762DE7C-3D00-8647-B4F1-0F9C5431DC96}" dt="2023-02-04T00:23:09.490" v="0"/>
        <pc:sldMkLst>
          <pc:docMk/>
          <pc:sldMk cId="125884134" sldId="258"/>
        </pc:sldMkLst>
      </pc:sldChg>
      <pc:sldChg chg="modTransition">
        <pc:chgData name="Wen Zhang" userId="3c654fb7-5f49-47ba-b651-bcb6c6cdf94b" providerId="ADAL" clId="{8762DE7C-3D00-8647-B4F1-0F9C5431DC96}" dt="2023-02-04T00:23:09.490" v="0"/>
        <pc:sldMkLst>
          <pc:docMk/>
          <pc:sldMk cId="3558178336" sldId="378"/>
        </pc:sldMkLst>
      </pc:sldChg>
      <pc:sldChg chg="modTransition">
        <pc:chgData name="Wen Zhang" userId="3c654fb7-5f49-47ba-b651-bcb6c6cdf94b" providerId="ADAL" clId="{8762DE7C-3D00-8647-B4F1-0F9C5431DC96}" dt="2023-02-04T00:23:09.490" v="0"/>
        <pc:sldMkLst>
          <pc:docMk/>
          <pc:sldMk cId="2855850869" sldId="387"/>
        </pc:sldMkLst>
      </pc:sldChg>
      <pc:sldChg chg="modTransition">
        <pc:chgData name="Wen Zhang" userId="3c654fb7-5f49-47ba-b651-bcb6c6cdf94b" providerId="ADAL" clId="{8762DE7C-3D00-8647-B4F1-0F9C5431DC96}" dt="2023-02-04T00:23:09.490" v="0"/>
        <pc:sldMkLst>
          <pc:docMk/>
          <pc:sldMk cId="292558631" sldId="430"/>
        </pc:sldMkLst>
      </pc:sldChg>
      <pc:sldChg chg="modTransition">
        <pc:chgData name="Wen Zhang" userId="3c654fb7-5f49-47ba-b651-bcb6c6cdf94b" providerId="ADAL" clId="{8762DE7C-3D00-8647-B4F1-0F9C5431DC96}" dt="2023-02-04T00:23:09.490" v="0"/>
        <pc:sldMkLst>
          <pc:docMk/>
          <pc:sldMk cId="80635871" sldId="445"/>
        </pc:sldMkLst>
      </pc:sldChg>
      <pc:sldChg chg="modSp mod modTransition">
        <pc:chgData name="Wen Zhang" userId="3c654fb7-5f49-47ba-b651-bcb6c6cdf94b" providerId="ADAL" clId="{8762DE7C-3D00-8647-B4F1-0F9C5431DC96}" dt="2023-02-04T00:24:57.035" v="6" actId="20577"/>
        <pc:sldMkLst>
          <pc:docMk/>
          <pc:sldMk cId="2187002874" sldId="446"/>
        </pc:sldMkLst>
      </pc:sldChg>
      <pc:sldChg chg="modTransition">
        <pc:chgData name="Wen Zhang" userId="3c654fb7-5f49-47ba-b651-bcb6c6cdf94b" providerId="ADAL" clId="{8762DE7C-3D00-8647-B4F1-0F9C5431DC96}" dt="2023-02-04T00:23:09.490" v="0"/>
        <pc:sldMkLst>
          <pc:docMk/>
          <pc:sldMk cId="4250304627" sldId="447"/>
        </pc:sldMkLst>
      </pc:sldChg>
      <pc:sldChg chg="modTransition">
        <pc:chgData name="Wen Zhang" userId="3c654fb7-5f49-47ba-b651-bcb6c6cdf94b" providerId="ADAL" clId="{8762DE7C-3D00-8647-B4F1-0F9C5431DC96}" dt="2023-02-04T00:23:09.490" v="0"/>
        <pc:sldMkLst>
          <pc:docMk/>
          <pc:sldMk cId="2057422611" sldId="448"/>
        </pc:sldMkLst>
      </pc:sldChg>
      <pc:sldChg chg="modTransition">
        <pc:chgData name="Wen Zhang" userId="3c654fb7-5f49-47ba-b651-bcb6c6cdf94b" providerId="ADAL" clId="{8762DE7C-3D00-8647-B4F1-0F9C5431DC96}" dt="2023-02-04T00:23:09.490" v="0"/>
        <pc:sldMkLst>
          <pc:docMk/>
          <pc:sldMk cId="763217620" sldId="449"/>
        </pc:sldMkLst>
      </pc:sldChg>
      <pc:sldChg chg="modTransition">
        <pc:chgData name="Wen Zhang" userId="3c654fb7-5f49-47ba-b651-bcb6c6cdf94b" providerId="ADAL" clId="{8762DE7C-3D00-8647-B4F1-0F9C5431DC96}" dt="2023-02-04T00:23:09.490" v="0"/>
        <pc:sldMkLst>
          <pc:docMk/>
          <pc:sldMk cId="3455276022" sldId="450"/>
        </pc:sldMkLst>
      </pc:sldChg>
      <pc:sldChg chg="modTransition">
        <pc:chgData name="Wen Zhang" userId="3c654fb7-5f49-47ba-b651-bcb6c6cdf94b" providerId="ADAL" clId="{8762DE7C-3D00-8647-B4F1-0F9C5431DC96}" dt="2023-02-04T00:23:09.490" v="0"/>
        <pc:sldMkLst>
          <pc:docMk/>
          <pc:sldMk cId="321058918" sldId="451"/>
        </pc:sldMkLst>
      </pc:sldChg>
      <pc:sldChg chg="modTransition">
        <pc:chgData name="Wen Zhang" userId="3c654fb7-5f49-47ba-b651-bcb6c6cdf94b" providerId="ADAL" clId="{8762DE7C-3D00-8647-B4F1-0F9C5431DC96}" dt="2023-02-04T00:23:09.490" v="0"/>
        <pc:sldMkLst>
          <pc:docMk/>
          <pc:sldMk cId="1393326229" sldId="452"/>
        </pc:sldMkLst>
      </pc:sldChg>
      <pc:sldChg chg="modTransition">
        <pc:chgData name="Wen Zhang" userId="3c654fb7-5f49-47ba-b651-bcb6c6cdf94b" providerId="ADAL" clId="{8762DE7C-3D00-8647-B4F1-0F9C5431DC96}" dt="2023-02-04T00:23:09.490" v="0"/>
        <pc:sldMkLst>
          <pc:docMk/>
          <pc:sldMk cId="4019967924" sldId="453"/>
        </pc:sldMkLst>
      </pc:sldChg>
      <pc:sldChg chg="modTransition">
        <pc:chgData name="Wen Zhang" userId="3c654fb7-5f49-47ba-b651-bcb6c6cdf94b" providerId="ADAL" clId="{8762DE7C-3D00-8647-B4F1-0F9C5431DC96}" dt="2023-02-04T00:23:09.490" v="0"/>
        <pc:sldMkLst>
          <pc:docMk/>
          <pc:sldMk cId="900904579" sldId="454"/>
        </pc:sldMkLst>
      </pc:sldChg>
      <pc:sldChg chg="modTransition">
        <pc:chgData name="Wen Zhang" userId="3c654fb7-5f49-47ba-b651-bcb6c6cdf94b" providerId="ADAL" clId="{8762DE7C-3D00-8647-B4F1-0F9C5431DC96}" dt="2023-02-04T00:23:09.490" v="0"/>
        <pc:sldMkLst>
          <pc:docMk/>
          <pc:sldMk cId="3843632764" sldId="455"/>
        </pc:sldMkLst>
      </pc:sldChg>
      <pc:sldChg chg="modSp mod modTransition">
        <pc:chgData name="Wen Zhang" userId="3c654fb7-5f49-47ba-b651-bcb6c6cdf94b" providerId="ADAL" clId="{8762DE7C-3D00-8647-B4F1-0F9C5431DC96}" dt="2023-02-09T14:01:33.338" v="10" actId="20577"/>
        <pc:sldMkLst>
          <pc:docMk/>
          <pc:sldMk cId="3103517608" sldId="456"/>
        </pc:sldMkLst>
      </pc:sldChg>
      <pc:sldChg chg="modTransition">
        <pc:chgData name="Wen Zhang" userId="3c654fb7-5f49-47ba-b651-bcb6c6cdf94b" providerId="ADAL" clId="{8762DE7C-3D00-8647-B4F1-0F9C5431DC96}" dt="2023-02-04T00:23:09.490" v="0"/>
        <pc:sldMkLst>
          <pc:docMk/>
          <pc:sldMk cId="620961661" sldId="457"/>
        </pc:sldMkLst>
      </pc:sldChg>
      <pc:sldChg chg="modTransition">
        <pc:chgData name="Wen Zhang" userId="3c654fb7-5f49-47ba-b651-bcb6c6cdf94b" providerId="ADAL" clId="{8762DE7C-3D00-8647-B4F1-0F9C5431DC96}" dt="2023-02-04T00:23:09.490" v="0"/>
        <pc:sldMkLst>
          <pc:docMk/>
          <pc:sldMk cId="1620181815" sldId="459"/>
        </pc:sldMkLst>
      </pc:sldChg>
      <pc:sldChg chg="modTransition">
        <pc:chgData name="Wen Zhang" userId="3c654fb7-5f49-47ba-b651-bcb6c6cdf94b" providerId="ADAL" clId="{8762DE7C-3D00-8647-B4F1-0F9C5431DC96}" dt="2023-02-04T00:23:09.490" v="0"/>
        <pc:sldMkLst>
          <pc:docMk/>
          <pc:sldMk cId="911940231" sldId="461"/>
        </pc:sldMkLst>
      </pc:sldChg>
      <pc:sldChg chg="modTransition">
        <pc:chgData name="Wen Zhang" userId="3c654fb7-5f49-47ba-b651-bcb6c6cdf94b" providerId="ADAL" clId="{8762DE7C-3D00-8647-B4F1-0F9C5431DC96}" dt="2023-02-04T00:23:09.490" v="0"/>
        <pc:sldMkLst>
          <pc:docMk/>
          <pc:sldMk cId="1250723370" sldId="462"/>
        </pc:sldMkLst>
      </pc:sldChg>
      <pc:sldChg chg="modTransition">
        <pc:chgData name="Wen Zhang" userId="3c654fb7-5f49-47ba-b651-bcb6c6cdf94b" providerId="ADAL" clId="{8762DE7C-3D00-8647-B4F1-0F9C5431DC96}" dt="2023-02-04T00:23:09.490" v="0"/>
        <pc:sldMkLst>
          <pc:docMk/>
          <pc:sldMk cId="1089965910" sldId="463"/>
        </pc:sldMkLst>
      </pc:sldChg>
      <pc:sldChg chg="modTransition">
        <pc:chgData name="Wen Zhang" userId="3c654fb7-5f49-47ba-b651-bcb6c6cdf94b" providerId="ADAL" clId="{8762DE7C-3D00-8647-B4F1-0F9C5431DC96}" dt="2023-02-04T00:23:09.490" v="0"/>
        <pc:sldMkLst>
          <pc:docMk/>
          <pc:sldMk cId="2808764374" sldId="466"/>
        </pc:sldMkLst>
      </pc:sldChg>
      <pc:sldChg chg="modTransition">
        <pc:chgData name="Wen Zhang" userId="3c654fb7-5f49-47ba-b651-bcb6c6cdf94b" providerId="ADAL" clId="{8762DE7C-3D00-8647-B4F1-0F9C5431DC96}" dt="2023-02-04T00:23:09.490" v="0"/>
        <pc:sldMkLst>
          <pc:docMk/>
          <pc:sldMk cId="2577794377" sldId="467"/>
        </pc:sldMkLst>
      </pc:sldChg>
      <pc:sldChg chg="modTransition">
        <pc:chgData name="Wen Zhang" userId="3c654fb7-5f49-47ba-b651-bcb6c6cdf94b" providerId="ADAL" clId="{8762DE7C-3D00-8647-B4F1-0F9C5431DC96}" dt="2023-02-04T00:23:09.490" v="0"/>
        <pc:sldMkLst>
          <pc:docMk/>
          <pc:sldMk cId="2731724309" sldId="468"/>
        </pc:sldMkLst>
      </pc:sldChg>
      <pc:sldChg chg="modTransition">
        <pc:chgData name="Wen Zhang" userId="3c654fb7-5f49-47ba-b651-bcb6c6cdf94b" providerId="ADAL" clId="{8762DE7C-3D00-8647-B4F1-0F9C5431DC96}" dt="2023-02-04T00:23:09.490" v="0"/>
        <pc:sldMkLst>
          <pc:docMk/>
          <pc:sldMk cId="3308889817" sldId="469"/>
        </pc:sldMkLst>
      </pc:sldChg>
      <pc:sldChg chg="modTransition">
        <pc:chgData name="Wen Zhang" userId="3c654fb7-5f49-47ba-b651-bcb6c6cdf94b" providerId="ADAL" clId="{8762DE7C-3D00-8647-B4F1-0F9C5431DC96}" dt="2023-02-04T00:23:09.490" v="0"/>
        <pc:sldMkLst>
          <pc:docMk/>
          <pc:sldMk cId="1005872461" sldId="471"/>
        </pc:sldMkLst>
      </pc:sldChg>
      <pc:sldChg chg="modSp mod modTransition">
        <pc:chgData name="Wen Zhang" userId="3c654fb7-5f49-47ba-b651-bcb6c6cdf94b" providerId="ADAL" clId="{8762DE7C-3D00-8647-B4F1-0F9C5431DC96}" dt="2023-02-04T00:24:03.624" v="4" actId="1076"/>
        <pc:sldMkLst>
          <pc:docMk/>
          <pc:sldMk cId="290306641" sldId="472"/>
        </pc:sldMkLst>
      </pc:sldChg>
      <pc:sldChg chg="modTransition">
        <pc:chgData name="Wen Zhang" userId="3c654fb7-5f49-47ba-b651-bcb6c6cdf94b" providerId="ADAL" clId="{8762DE7C-3D00-8647-B4F1-0F9C5431DC96}" dt="2023-02-04T00:23:09.490" v="0"/>
        <pc:sldMkLst>
          <pc:docMk/>
          <pc:sldMk cId="196279912" sldId="473"/>
        </pc:sldMkLst>
      </pc:sldChg>
      <pc:sldChg chg="modTransition">
        <pc:chgData name="Wen Zhang" userId="3c654fb7-5f49-47ba-b651-bcb6c6cdf94b" providerId="ADAL" clId="{8762DE7C-3D00-8647-B4F1-0F9C5431DC96}" dt="2023-02-04T00:23:09.490" v="0"/>
        <pc:sldMkLst>
          <pc:docMk/>
          <pc:sldMk cId="1206340694" sldId="474"/>
        </pc:sldMkLst>
      </pc:sldChg>
      <pc:sldChg chg="modTransition">
        <pc:chgData name="Wen Zhang" userId="3c654fb7-5f49-47ba-b651-bcb6c6cdf94b" providerId="ADAL" clId="{8762DE7C-3D00-8647-B4F1-0F9C5431DC96}" dt="2023-02-04T00:23:09.490" v="0"/>
        <pc:sldMkLst>
          <pc:docMk/>
          <pc:sldMk cId="4068061212" sldId="475"/>
        </pc:sldMkLst>
      </pc:sldChg>
      <pc:sldChg chg="modTransition">
        <pc:chgData name="Wen Zhang" userId="3c654fb7-5f49-47ba-b651-bcb6c6cdf94b" providerId="ADAL" clId="{8762DE7C-3D00-8647-B4F1-0F9C5431DC96}" dt="2023-02-04T00:23:09.490" v="0"/>
        <pc:sldMkLst>
          <pc:docMk/>
          <pc:sldMk cId="2131308418" sldId="476"/>
        </pc:sldMkLst>
      </pc:sldChg>
      <pc:sldChg chg="modTransition">
        <pc:chgData name="Wen Zhang" userId="3c654fb7-5f49-47ba-b651-bcb6c6cdf94b" providerId="ADAL" clId="{8762DE7C-3D00-8647-B4F1-0F9C5431DC96}" dt="2023-02-04T00:23:09.490" v="0"/>
        <pc:sldMkLst>
          <pc:docMk/>
          <pc:sldMk cId="20390319" sldId="477"/>
        </pc:sldMkLst>
      </pc:sldChg>
      <pc:sldChg chg="modTransition">
        <pc:chgData name="Wen Zhang" userId="3c654fb7-5f49-47ba-b651-bcb6c6cdf94b" providerId="ADAL" clId="{8762DE7C-3D00-8647-B4F1-0F9C5431DC96}" dt="2023-02-04T00:23:09.490" v="0"/>
        <pc:sldMkLst>
          <pc:docMk/>
          <pc:sldMk cId="280085195" sldId="478"/>
        </pc:sldMkLst>
      </pc:sldChg>
      <pc:sldChg chg="modTransition">
        <pc:chgData name="Wen Zhang" userId="3c654fb7-5f49-47ba-b651-bcb6c6cdf94b" providerId="ADAL" clId="{8762DE7C-3D00-8647-B4F1-0F9C5431DC96}" dt="2023-02-04T00:23:09.490" v="0"/>
        <pc:sldMkLst>
          <pc:docMk/>
          <pc:sldMk cId="1447869860" sldId="481"/>
        </pc:sldMkLst>
      </pc:sldChg>
      <pc:sldChg chg="modTransition">
        <pc:chgData name="Wen Zhang" userId="3c654fb7-5f49-47ba-b651-bcb6c6cdf94b" providerId="ADAL" clId="{8762DE7C-3D00-8647-B4F1-0F9C5431DC96}" dt="2023-02-04T00:23:09.490" v="0"/>
        <pc:sldMkLst>
          <pc:docMk/>
          <pc:sldMk cId="3042489783" sldId="482"/>
        </pc:sldMkLst>
      </pc:sldChg>
      <pc:sldChg chg="modTransition">
        <pc:chgData name="Wen Zhang" userId="3c654fb7-5f49-47ba-b651-bcb6c6cdf94b" providerId="ADAL" clId="{8762DE7C-3D00-8647-B4F1-0F9C5431DC96}" dt="2023-02-04T00:23:09.490" v="0"/>
        <pc:sldMkLst>
          <pc:docMk/>
          <pc:sldMk cId="1219084514" sldId="483"/>
        </pc:sldMkLst>
      </pc:sldChg>
      <pc:sldChg chg="modTransition">
        <pc:chgData name="Wen Zhang" userId="3c654fb7-5f49-47ba-b651-bcb6c6cdf94b" providerId="ADAL" clId="{8762DE7C-3D00-8647-B4F1-0F9C5431DC96}" dt="2023-02-04T00:23:09.490" v="0"/>
        <pc:sldMkLst>
          <pc:docMk/>
          <pc:sldMk cId="4087945805" sldId="484"/>
        </pc:sldMkLst>
      </pc:sldChg>
      <pc:sldChg chg="modTransition">
        <pc:chgData name="Wen Zhang" userId="3c654fb7-5f49-47ba-b651-bcb6c6cdf94b" providerId="ADAL" clId="{8762DE7C-3D00-8647-B4F1-0F9C5431DC96}" dt="2023-02-04T00:23:09.490" v="0"/>
        <pc:sldMkLst>
          <pc:docMk/>
          <pc:sldMk cId="3530934007" sldId="485"/>
        </pc:sldMkLst>
      </pc:sldChg>
      <pc:sldChg chg="modTransition">
        <pc:chgData name="Wen Zhang" userId="3c654fb7-5f49-47ba-b651-bcb6c6cdf94b" providerId="ADAL" clId="{8762DE7C-3D00-8647-B4F1-0F9C5431DC96}" dt="2023-02-04T00:23:09.490" v="0"/>
        <pc:sldMkLst>
          <pc:docMk/>
          <pc:sldMk cId="1839452635" sldId="488"/>
        </pc:sldMkLst>
      </pc:sldChg>
      <pc:sldChg chg="modTransition">
        <pc:chgData name="Wen Zhang" userId="3c654fb7-5f49-47ba-b651-bcb6c6cdf94b" providerId="ADAL" clId="{8762DE7C-3D00-8647-B4F1-0F9C5431DC96}" dt="2023-02-04T00:23:09.490" v="0"/>
        <pc:sldMkLst>
          <pc:docMk/>
          <pc:sldMk cId="1707070020" sldId="490"/>
        </pc:sldMkLst>
      </pc:sldChg>
      <pc:sldChg chg="modTransition">
        <pc:chgData name="Wen Zhang" userId="3c654fb7-5f49-47ba-b651-bcb6c6cdf94b" providerId="ADAL" clId="{8762DE7C-3D00-8647-B4F1-0F9C5431DC96}" dt="2023-02-04T00:23:09.490" v="0"/>
        <pc:sldMkLst>
          <pc:docMk/>
          <pc:sldMk cId="3231938117" sldId="492"/>
        </pc:sldMkLst>
      </pc:sldChg>
    </pc:docChg>
  </pc:docChgLst>
  <pc:docChgLst>
    <pc:chgData name="Wen Zhang" userId="3c654fb7-5f49-47ba-b651-bcb6c6cdf94b" providerId="ADAL" clId="{E59DE7CA-71E4-41D6-B6FA-B874B61574B6}"/>
    <pc:docChg chg="modSld">
      <pc:chgData name="Wen Zhang" userId="3c654fb7-5f49-47ba-b651-bcb6c6cdf94b" providerId="ADAL" clId="{E59DE7CA-71E4-41D6-B6FA-B874B61574B6}" dt="2023-10-24T15:46:13.322" v="0" actId="20577"/>
      <pc:docMkLst>
        <pc:docMk/>
      </pc:docMkLst>
      <pc:sldChg chg="modSp mod">
        <pc:chgData name="Wen Zhang" userId="3c654fb7-5f49-47ba-b651-bcb6c6cdf94b" providerId="ADAL" clId="{E59DE7CA-71E4-41D6-B6FA-B874B61574B6}" dt="2023-10-24T15:46:13.322" v="0" actId="20577"/>
        <pc:sldMkLst>
          <pc:docMk/>
          <pc:sldMk cId="2187002874" sldId="446"/>
        </pc:sldMkLst>
      </pc:sldChg>
    </pc:docChg>
  </pc:docChgLst>
  <pc:docChgLst>
    <pc:chgData name="Wen Zhang" userId="3c654fb7-5f49-47ba-b651-bcb6c6cdf94b" providerId="ADAL" clId="{7A4E662A-E847-4F3F-9B8F-EA992C58BBEA}"/>
    <pc:docChg chg="undo custSel addSld delSld modSld">
      <pc:chgData name="Wen Zhang" userId="3c654fb7-5f49-47ba-b651-bcb6c6cdf94b" providerId="ADAL" clId="{7A4E662A-E847-4F3F-9B8F-EA992C58BBEA}" dt="2025-02-03T20:15:41.567" v="20" actId="1076"/>
      <pc:docMkLst>
        <pc:docMk/>
      </pc:docMkLst>
      <pc:sldChg chg="modSp mod">
        <pc:chgData name="Wen Zhang" userId="3c654fb7-5f49-47ba-b651-bcb6c6cdf94b" providerId="ADAL" clId="{7A4E662A-E847-4F3F-9B8F-EA992C58BBEA}" dt="2025-02-03T20:14:10.564" v="9" actId="27636"/>
        <pc:sldMkLst>
          <pc:docMk/>
          <pc:sldMk cId="321058918" sldId="451"/>
        </pc:sldMkLst>
        <pc:spChg chg="mod">
          <ac:chgData name="Wen Zhang" userId="3c654fb7-5f49-47ba-b651-bcb6c6cdf94b" providerId="ADAL" clId="{7A4E662A-E847-4F3F-9B8F-EA992C58BBEA}" dt="2025-02-03T20:14:10.564" v="9" actId="27636"/>
          <ac:spMkLst>
            <pc:docMk/>
            <pc:sldMk cId="321058918" sldId="451"/>
            <ac:spMk id="3" creationId="{C5ED52D5-309C-3CF0-310E-929FCEB396C3}"/>
          </ac:spMkLst>
        </pc:spChg>
      </pc:sldChg>
      <pc:sldChg chg="addSp delSp modSp new mod">
        <pc:chgData name="Wen Zhang" userId="3c654fb7-5f49-47ba-b651-bcb6c6cdf94b" providerId="ADAL" clId="{7A4E662A-E847-4F3F-9B8F-EA992C58BBEA}" dt="2025-02-03T20:15:41.567" v="20" actId="1076"/>
        <pc:sldMkLst>
          <pc:docMk/>
          <pc:sldMk cId="839788588" sldId="479"/>
        </pc:sldMkLst>
        <pc:spChg chg="del">
          <ac:chgData name="Wen Zhang" userId="3c654fb7-5f49-47ba-b651-bcb6c6cdf94b" providerId="ADAL" clId="{7A4E662A-E847-4F3F-9B8F-EA992C58BBEA}" dt="2025-02-03T20:15:13.029" v="15" actId="478"/>
          <ac:spMkLst>
            <pc:docMk/>
            <pc:sldMk cId="839788588" sldId="479"/>
            <ac:spMk id="2" creationId="{CEE51C88-466B-484B-5BE7-048736814C4E}"/>
          </ac:spMkLst>
        </pc:spChg>
        <pc:spChg chg="del">
          <ac:chgData name="Wen Zhang" userId="3c654fb7-5f49-47ba-b651-bcb6c6cdf94b" providerId="ADAL" clId="{7A4E662A-E847-4F3F-9B8F-EA992C58BBEA}" dt="2025-02-03T20:15:15.635" v="16" actId="478"/>
          <ac:spMkLst>
            <pc:docMk/>
            <pc:sldMk cId="839788588" sldId="479"/>
            <ac:spMk id="3" creationId="{29499C23-6E8F-0841-5FCC-439490CECEF2}"/>
          </ac:spMkLst>
        </pc:spChg>
        <pc:picChg chg="add mod">
          <ac:chgData name="Wen Zhang" userId="3c654fb7-5f49-47ba-b651-bcb6c6cdf94b" providerId="ADAL" clId="{7A4E662A-E847-4F3F-9B8F-EA992C58BBEA}" dt="2025-02-03T20:15:41.567" v="20" actId="1076"/>
          <ac:picMkLst>
            <pc:docMk/>
            <pc:sldMk cId="839788588" sldId="479"/>
            <ac:picMk id="5" creationId="{D2291F5B-630C-9DC3-02F5-F0AADC2288D1}"/>
          </ac:picMkLst>
        </pc:picChg>
      </pc:sldChg>
      <pc:sldChg chg="addSp delSp new del mod">
        <pc:chgData name="Wen Zhang" userId="3c654fb7-5f49-47ba-b651-bcb6c6cdf94b" providerId="ADAL" clId="{7A4E662A-E847-4F3F-9B8F-EA992C58BBEA}" dt="2025-02-03T20:15:05.309" v="13" actId="680"/>
        <pc:sldMkLst>
          <pc:docMk/>
          <pc:sldMk cId="4243551373" sldId="479"/>
        </pc:sldMkLst>
        <pc:spChg chg="add del">
          <ac:chgData name="Wen Zhang" userId="3c654fb7-5f49-47ba-b651-bcb6c6cdf94b" providerId="ADAL" clId="{7A4E662A-E847-4F3F-9B8F-EA992C58BBEA}" dt="2025-02-03T20:15:04.426" v="12" actId="478"/>
          <ac:spMkLst>
            <pc:docMk/>
            <pc:sldMk cId="4243551373" sldId="479"/>
            <ac:spMk id="3" creationId="{EC042F53-E581-81B5-FB30-911BCA4AC818}"/>
          </ac:spMkLst>
        </pc:spChg>
      </pc:sldChg>
    </pc:docChg>
  </pc:docChgLst>
  <pc:docChgLst>
    <pc:chgData name="Wen Zhang" userId="3c654fb7-5f49-47ba-b651-bcb6c6cdf94b" providerId="ADAL" clId="{E7817272-6F4F-466F-9B6A-99251DAAEB85}"/>
    <pc:docChg chg="addSld modSld">
      <pc:chgData name="Wen Zhang" userId="3c654fb7-5f49-47ba-b651-bcb6c6cdf94b" providerId="ADAL" clId="{E7817272-6F4F-466F-9B6A-99251DAAEB85}" dt="2023-12-26T16:42:21.838" v="11" actId="5793"/>
      <pc:docMkLst>
        <pc:docMk/>
      </pc:docMkLst>
      <pc:sldChg chg="modSp add mod">
        <pc:chgData name="Wen Zhang" userId="3c654fb7-5f49-47ba-b651-bcb6c6cdf94b" providerId="ADAL" clId="{E7817272-6F4F-466F-9B6A-99251DAAEB85}" dt="2023-12-26T16:42:21.838" v="11" actId="5793"/>
        <pc:sldMkLst>
          <pc:docMk/>
          <pc:sldMk cId="3558178336" sldId="378"/>
        </pc:sldMkLst>
      </pc:sldChg>
      <pc:sldChg chg="modSp mod">
        <pc:chgData name="Wen Zhang" userId="3c654fb7-5f49-47ba-b651-bcb6c6cdf94b" providerId="ADAL" clId="{E7817272-6F4F-466F-9B6A-99251DAAEB85}" dt="2023-12-26T16:29:36.327" v="8" actId="20577"/>
        <pc:sldMkLst>
          <pc:docMk/>
          <pc:sldMk cId="2187002874" sldId="446"/>
        </pc:sldMkLst>
      </pc:sldChg>
    </pc:docChg>
  </pc:docChgLst>
  <pc:docChgLst>
    <pc:chgData name="Wen Zhang" userId="3c654fb7-5f49-47ba-b651-bcb6c6cdf94b" providerId="ADAL" clId="{38A0E8AA-2F5F-0948-A03E-C8D78E163CD0}"/>
    <pc:docChg chg="custSel addSld delSld modSld">
      <pc:chgData name="Wen Zhang" userId="3c654fb7-5f49-47ba-b651-bcb6c6cdf94b" providerId="ADAL" clId="{38A0E8AA-2F5F-0948-A03E-C8D78E163CD0}" dt="2023-01-17T16:11:53.245" v="158" actId="2696"/>
      <pc:docMkLst>
        <pc:docMk/>
      </pc:docMkLst>
      <pc:sldChg chg="modSp add mod">
        <pc:chgData name="Wen Zhang" userId="3c654fb7-5f49-47ba-b651-bcb6c6cdf94b" providerId="ADAL" clId="{38A0E8AA-2F5F-0948-A03E-C8D78E163CD0}" dt="2023-01-17T14:51:30.926" v="134" actId="20577"/>
        <pc:sldMkLst>
          <pc:docMk/>
          <pc:sldMk cId="125884134" sldId="258"/>
        </pc:sldMkLst>
      </pc:sldChg>
      <pc:sldChg chg="modSp add mod">
        <pc:chgData name="Wen Zhang" userId="3c654fb7-5f49-47ba-b651-bcb6c6cdf94b" providerId="ADAL" clId="{38A0E8AA-2F5F-0948-A03E-C8D78E163CD0}" dt="2023-01-17T15:55:39.538" v="146" actId="14100"/>
        <pc:sldMkLst>
          <pc:docMk/>
          <pc:sldMk cId="2855850869" sldId="387"/>
        </pc:sldMkLst>
      </pc:sldChg>
      <pc:sldChg chg="modSp add mod">
        <pc:chgData name="Wen Zhang" userId="3c654fb7-5f49-47ba-b651-bcb6c6cdf94b" providerId="ADAL" clId="{38A0E8AA-2F5F-0948-A03E-C8D78E163CD0}" dt="2023-01-17T15:56:37.521" v="154" actId="14100"/>
        <pc:sldMkLst>
          <pc:docMk/>
          <pc:sldMk cId="292558631" sldId="430"/>
        </pc:sldMkLst>
      </pc:sldChg>
      <pc:sldChg chg="modSp mod">
        <pc:chgData name="Wen Zhang" userId="3c654fb7-5f49-47ba-b651-bcb6c6cdf94b" providerId="ADAL" clId="{38A0E8AA-2F5F-0948-A03E-C8D78E163CD0}" dt="2023-01-13T16:46:07.242" v="0" actId="207"/>
        <pc:sldMkLst>
          <pc:docMk/>
          <pc:sldMk cId="2057422611" sldId="448"/>
        </pc:sldMkLst>
      </pc:sldChg>
      <pc:sldChg chg="modSp mod">
        <pc:chgData name="Wen Zhang" userId="3c654fb7-5f49-47ba-b651-bcb6c6cdf94b" providerId="ADAL" clId="{38A0E8AA-2F5F-0948-A03E-C8D78E163CD0}" dt="2023-01-13T16:54:21.594" v="16" actId="20577"/>
        <pc:sldMkLst>
          <pc:docMk/>
          <pc:sldMk cId="763217620" sldId="449"/>
        </pc:sldMkLst>
      </pc:sldChg>
      <pc:sldChg chg="modSp modNotesTx">
        <pc:chgData name="Wen Zhang" userId="3c654fb7-5f49-47ba-b651-bcb6c6cdf94b" providerId="ADAL" clId="{38A0E8AA-2F5F-0948-A03E-C8D78E163CD0}" dt="2023-01-16T16:03:47.180" v="38" actId="20577"/>
        <pc:sldMkLst>
          <pc:docMk/>
          <pc:sldMk cId="321058918" sldId="451"/>
        </pc:sldMkLst>
      </pc:sldChg>
      <pc:sldChg chg="delSp modSp mod delAnim modAnim">
        <pc:chgData name="Wen Zhang" userId="3c654fb7-5f49-47ba-b651-bcb6c6cdf94b" providerId="ADAL" clId="{38A0E8AA-2F5F-0948-A03E-C8D78E163CD0}" dt="2023-01-16T17:09:53.522" v="65" actId="478"/>
        <pc:sldMkLst>
          <pc:docMk/>
          <pc:sldMk cId="4019967924" sldId="453"/>
        </pc:sldMkLst>
      </pc:sldChg>
      <pc:sldChg chg="modSp mod">
        <pc:chgData name="Wen Zhang" userId="3c654fb7-5f49-47ba-b651-bcb6c6cdf94b" providerId="ADAL" clId="{38A0E8AA-2F5F-0948-A03E-C8D78E163CD0}" dt="2023-01-16T17:12:12.387" v="68" actId="403"/>
        <pc:sldMkLst>
          <pc:docMk/>
          <pc:sldMk cId="900904579" sldId="454"/>
        </pc:sldMkLst>
      </pc:sldChg>
      <pc:sldChg chg="modSp mod">
        <pc:chgData name="Wen Zhang" userId="3c654fb7-5f49-47ba-b651-bcb6c6cdf94b" providerId="ADAL" clId="{38A0E8AA-2F5F-0948-A03E-C8D78E163CD0}" dt="2023-01-16T15:56:02.918" v="26" actId="20577"/>
        <pc:sldMkLst>
          <pc:docMk/>
          <pc:sldMk cId="1250723370" sldId="462"/>
        </pc:sldMkLst>
      </pc:sldChg>
      <pc:sldChg chg="modSp mod">
        <pc:chgData name="Wen Zhang" userId="3c654fb7-5f49-47ba-b651-bcb6c6cdf94b" providerId="ADAL" clId="{38A0E8AA-2F5F-0948-A03E-C8D78E163CD0}" dt="2023-01-17T14:23:50.455" v="130" actId="20577"/>
        <pc:sldMkLst>
          <pc:docMk/>
          <pc:sldMk cId="1089965910" sldId="463"/>
        </pc:sldMkLst>
      </pc:sldChg>
      <pc:sldChg chg="delSp modSp mod">
        <pc:chgData name="Wen Zhang" userId="3c654fb7-5f49-47ba-b651-bcb6c6cdf94b" providerId="ADAL" clId="{38A0E8AA-2F5F-0948-A03E-C8D78E163CD0}" dt="2023-01-17T09:48:15.656" v="70" actId="1076"/>
        <pc:sldMkLst>
          <pc:docMk/>
          <pc:sldMk cId="2577794377" sldId="467"/>
        </pc:sldMkLst>
      </pc:sldChg>
      <pc:sldChg chg="modAnim">
        <pc:chgData name="Wen Zhang" userId="3c654fb7-5f49-47ba-b651-bcb6c6cdf94b" providerId="ADAL" clId="{38A0E8AA-2F5F-0948-A03E-C8D78E163CD0}" dt="2023-01-17T10:02:41.902" v="73"/>
        <pc:sldMkLst>
          <pc:docMk/>
          <pc:sldMk cId="3308889817" sldId="469"/>
        </pc:sldMkLst>
      </pc:sldChg>
      <pc:sldChg chg="delSp modSp mod modAnim">
        <pc:chgData name="Wen Zhang" userId="3c654fb7-5f49-47ba-b651-bcb6c6cdf94b" providerId="ADAL" clId="{38A0E8AA-2F5F-0948-A03E-C8D78E163CD0}" dt="2023-01-17T10:46:28.386" v="98" actId="20577"/>
        <pc:sldMkLst>
          <pc:docMk/>
          <pc:sldMk cId="290306641" sldId="472"/>
        </pc:sldMkLst>
      </pc:sldChg>
      <pc:sldChg chg="modSp mod">
        <pc:chgData name="Wen Zhang" userId="3c654fb7-5f49-47ba-b651-bcb6c6cdf94b" providerId="ADAL" clId="{38A0E8AA-2F5F-0948-A03E-C8D78E163CD0}" dt="2023-01-17T10:49:08.827" v="101" actId="1076"/>
        <pc:sldMkLst>
          <pc:docMk/>
          <pc:sldMk cId="4068061212" sldId="475"/>
        </pc:sldMkLst>
      </pc:sldChg>
      <pc:sldChg chg="modSp mod">
        <pc:chgData name="Wen Zhang" userId="3c654fb7-5f49-47ba-b651-bcb6c6cdf94b" providerId="ADAL" clId="{38A0E8AA-2F5F-0948-A03E-C8D78E163CD0}" dt="2023-01-17T14:15:25.604" v="124" actId="20577"/>
        <pc:sldMkLst>
          <pc:docMk/>
          <pc:sldMk cId="2131308418" sldId="476"/>
        </pc:sldMkLst>
      </pc:sldChg>
      <pc:sldChg chg="modSp">
        <pc:chgData name="Wen Zhang" userId="3c654fb7-5f49-47ba-b651-bcb6c6cdf94b" providerId="ADAL" clId="{38A0E8AA-2F5F-0948-A03E-C8D78E163CD0}" dt="2023-01-17T10:58:08.711" v="117" actId="20577"/>
        <pc:sldMkLst>
          <pc:docMk/>
          <pc:sldMk cId="20390319" sldId="477"/>
        </pc:sldMkLst>
      </pc:sldChg>
      <pc:sldChg chg="modSp">
        <pc:chgData name="Wen Zhang" userId="3c654fb7-5f49-47ba-b651-bcb6c6cdf94b" providerId="ADAL" clId="{38A0E8AA-2F5F-0948-A03E-C8D78E163CD0}" dt="2023-01-17T14:45:07.465" v="131" actId="207"/>
        <pc:sldMkLst>
          <pc:docMk/>
          <pc:sldMk cId="1219084514" sldId="483"/>
        </pc:sldMkLst>
      </pc:sldChg>
      <pc:sldChg chg="modSp mod">
        <pc:chgData name="Wen Zhang" userId="3c654fb7-5f49-47ba-b651-bcb6c6cdf94b" providerId="ADAL" clId="{38A0E8AA-2F5F-0948-A03E-C8D78E163CD0}" dt="2023-01-17T15:44:37.083" v="139" actId="2711"/>
        <pc:sldMkLst>
          <pc:docMk/>
          <pc:sldMk cId="4087945805" sldId="484"/>
        </pc:sldMkLst>
      </pc:sldChg>
      <pc:sldChg chg="del">
        <pc:chgData name="Wen Zhang" userId="3c654fb7-5f49-47ba-b651-bcb6c6cdf94b" providerId="ADAL" clId="{38A0E8AA-2F5F-0948-A03E-C8D78E163CD0}" dt="2023-01-17T15:59:50.764" v="155" actId="2696"/>
        <pc:sldMkLst>
          <pc:docMk/>
          <pc:sldMk cId="3615558156" sldId="491"/>
        </pc:sldMkLst>
      </pc:sldChg>
      <pc:sldChg chg="delSp add del mod">
        <pc:chgData name="Wen Zhang" userId="3c654fb7-5f49-47ba-b651-bcb6c6cdf94b" providerId="ADAL" clId="{38A0E8AA-2F5F-0948-A03E-C8D78E163CD0}" dt="2023-01-17T16:11:53.245" v="158" actId="2696"/>
        <pc:sldMkLst>
          <pc:docMk/>
          <pc:sldMk cId="8152973" sldId="493"/>
        </pc:sldMkLst>
      </pc:sldChg>
    </pc:docChg>
  </pc:docChgLst>
  <pc:docChgLst>
    <pc:chgData name="Wen Zhang" userId="3c654fb7-5f49-47ba-b651-bcb6c6cdf94b" providerId="ADAL" clId="{9E69DCB4-6D24-6441-B120-AED273521E88}"/>
    <pc:docChg chg="undo custSel addSld delSld modSld sldOrd">
      <pc:chgData name="Wen Zhang" userId="3c654fb7-5f49-47ba-b651-bcb6c6cdf94b" providerId="ADAL" clId="{9E69DCB4-6D24-6441-B120-AED273521E88}" dt="2022-10-21T10:48:34.931" v="9626" actId="20577"/>
      <pc:docMkLst>
        <pc:docMk/>
      </pc:docMkLst>
      <pc:sldChg chg="modSp modAnim">
        <pc:chgData name="Wen Zhang" userId="3c654fb7-5f49-47ba-b651-bcb6c6cdf94b" providerId="ADAL" clId="{9E69DCB4-6D24-6441-B120-AED273521E88}" dt="2022-10-17T21:59:47.245" v="6287"/>
        <pc:sldMkLst>
          <pc:docMk/>
          <pc:sldMk cId="1825757234" sldId="257"/>
        </pc:sldMkLst>
      </pc:sldChg>
      <pc:sldChg chg="del">
        <pc:chgData name="Wen Zhang" userId="3c654fb7-5f49-47ba-b651-bcb6c6cdf94b" providerId="ADAL" clId="{9E69DCB4-6D24-6441-B120-AED273521E88}" dt="2022-10-11T12:23:42.002" v="1" actId="2696"/>
        <pc:sldMkLst>
          <pc:docMk/>
          <pc:sldMk cId="844425744" sldId="258"/>
        </pc:sldMkLst>
      </pc:sldChg>
      <pc:sldChg chg="del">
        <pc:chgData name="Wen Zhang" userId="3c654fb7-5f49-47ba-b651-bcb6c6cdf94b" providerId="ADAL" clId="{9E69DCB4-6D24-6441-B120-AED273521E88}" dt="2022-10-11T12:32:28.512" v="250" actId="2696"/>
        <pc:sldMkLst>
          <pc:docMk/>
          <pc:sldMk cId="362964589" sldId="259"/>
        </pc:sldMkLst>
      </pc:sldChg>
      <pc:sldChg chg="del">
        <pc:chgData name="Wen Zhang" userId="3c654fb7-5f49-47ba-b651-bcb6c6cdf94b" providerId="ADAL" clId="{9E69DCB4-6D24-6441-B120-AED273521E88}" dt="2022-10-11T16:28:23.737" v="1202" actId="2696"/>
        <pc:sldMkLst>
          <pc:docMk/>
          <pc:sldMk cId="3295205215" sldId="272"/>
        </pc:sldMkLst>
      </pc:sldChg>
      <pc:sldChg chg="modSp mod">
        <pc:chgData name="Wen Zhang" userId="3c654fb7-5f49-47ba-b651-bcb6c6cdf94b" providerId="ADAL" clId="{9E69DCB4-6D24-6441-B120-AED273521E88}" dt="2022-10-19T18:41:10.734" v="9571" actId="20577"/>
        <pc:sldMkLst>
          <pc:docMk/>
          <pc:sldMk cId="3558178336" sldId="378"/>
        </pc:sldMkLst>
      </pc:sldChg>
      <pc:sldChg chg="addSp delSp modSp del mod">
        <pc:chgData name="Wen Zhang" userId="3c654fb7-5f49-47ba-b651-bcb6c6cdf94b" providerId="ADAL" clId="{9E69DCB4-6D24-6441-B120-AED273521E88}" dt="2022-10-11T12:32:00.640" v="242" actId="2696"/>
        <pc:sldMkLst>
          <pc:docMk/>
          <pc:sldMk cId="3820791283" sldId="399"/>
        </pc:sldMkLst>
      </pc:sldChg>
      <pc:sldChg chg="del">
        <pc:chgData name="Wen Zhang" userId="3c654fb7-5f49-47ba-b651-bcb6c6cdf94b" providerId="ADAL" clId="{9E69DCB4-6D24-6441-B120-AED273521E88}" dt="2022-10-11T16:28:17.492" v="1184" actId="2696"/>
        <pc:sldMkLst>
          <pc:docMk/>
          <pc:sldMk cId="3105832640" sldId="401"/>
        </pc:sldMkLst>
      </pc:sldChg>
      <pc:sldChg chg="del">
        <pc:chgData name="Wen Zhang" userId="3c654fb7-5f49-47ba-b651-bcb6c6cdf94b" providerId="ADAL" clId="{9E69DCB4-6D24-6441-B120-AED273521E88}" dt="2022-10-11T16:28:17.798" v="1185" actId="2696"/>
        <pc:sldMkLst>
          <pc:docMk/>
          <pc:sldMk cId="3548701495" sldId="402"/>
        </pc:sldMkLst>
      </pc:sldChg>
      <pc:sldChg chg="del">
        <pc:chgData name="Wen Zhang" userId="3c654fb7-5f49-47ba-b651-bcb6c6cdf94b" providerId="ADAL" clId="{9E69DCB4-6D24-6441-B120-AED273521E88}" dt="2022-10-11T16:28:18.365" v="1186" actId="2696"/>
        <pc:sldMkLst>
          <pc:docMk/>
          <pc:sldMk cId="596996083" sldId="403"/>
        </pc:sldMkLst>
      </pc:sldChg>
      <pc:sldChg chg="del">
        <pc:chgData name="Wen Zhang" userId="3c654fb7-5f49-47ba-b651-bcb6c6cdf94b" providerId="ADAL" clId="{9E69DCB4-6D24-6441-B120-AED273521E88}" dt="2022-10-11T16:28:20.038" v="1193" actId="2696"/>
        <pc:sldMkLst>
          <pc:docMk/>
          <pc:sldMk cId="3182965634" sldId="404"/>
        </pc:sldMkLst>
      </pc:sldChg>
      <pc:sldChg chg="del">
        <pc:chgData name="Wen Zhang" userId="3c654fb7-5f49-47ba-b651-bcb6c6cdf94b" providerId="ADAL" clId="{9E69DCB4-6D24-6441-B120-AED273521E88}" dt="2022-10-11T16:28:20.757" v="1195" actId="2696"/>
        <pc:sldMkLst>
          <pc:docMk/>
          <pc:sldMk cId="1909985823" sldId="405"/>
        </pc:sldMkLst>
      </pc:sldChg>
      <pc:sldChg chg="del">
        <pc:chgData name="Wen Zhang" userId="3c654fb7-5f49-47ba-b651-bcb6c6cdf94b" providerId="ADAL" clId="{9E69DCB4-6D24-6441-B120-AED273521E88}" dt="2022-10-11T16:28:22.727" v="1200" actId="2696"/>
        <pc:sldMkLst>
          <pc:docMk/>
          <pc:sldMk cId="452438257" sldId="406"/>
        </pc:sldMkLst>
      </pc:sldChg>
      <pc:sldChg chg="del">
        <pc:chgData name="Wen Zhang" userId="3c654fb7-5f49-47ba-b651-bcb6c6cdf94b" providerId="ADAL" clId="{9E69DCB4-6D24-6441-B120-AED273521E88}" dt="2022-10-11T16:28:18.465" v="1187" actId="2696"/>
        <pc:sldMkLst>
          <pc:docMk/>
          <pc:sldMk cId="1586927404" sldId="407"/>
        </pc:sldMkLst>
      </pc:sldChg>
      <pc:sldChg chg="del">
        <pc:chgData name="Wen Zhang" userId="3c654fb7-5f49-47ba-b651-bcb6c6cdf94b" providerId="ADAL" clId="{9E69DCB4-6D24-6441-B120-AED273521E88}" dt="2022-10-11T16:28:23.058" v="1201" actId="2696"/>
        <pc:sldMkLst>
          <pc:docMk/>
          <pc:sldMk cId="861563564" sldId="408"/>
        </pc:sldMkLst>
      </pc:sldChg>
      <pc:sldChg chg="del">
        <pc:chgData name="Wen Zhang" userId="3c654fb7-5f49-47ba-b651-bcb6c6cdf94b" providerId="ADAL" clId="{9E69DCB4-6D24-6441-B120-AED273521E88}" dt="2022-10-11T16:28:24.541" v="1203" actId="2696"/>
        <pc:sldMkLst>
          <pc:docMk/>
          <pc:sldMk cId="3032718034" sldId="409"/>
        </pc:sldMkLst>
      </pc:sldChg>
      <pc:sldChg chg="del">
        <pc:chgData name="Wen Zhang" userId="3c654fb7-5f49-47ba-b651-bcb6c6cdf94b" providerId="ADAL" clId="{9E69DCB4-6D24-6441-B120-AED273521E88}" dt="2022-10-11T16:28:18.735" v="1188" actId="2696"/>
        <pc:sldMkLst>
          <pc:docMk/>
          <pc:sldMk cId="32298258" sldId="419"/>
        </pc:sldMkLst>
      </pc:sldChg>
      <pc:sldChg chg="del">
        <pc:chgData name="Wen Zhang" userId="3c654fb7-5f49-47ba-b651-bcb6c6cdf94b" providerId="ADAL" clId="{9E69DCB4-6D24-6441-B120-AED273521E88}" dt="2022-10-11T16:28:18.846" v="1189" actId="2696"/>
        <pc:sldMkLst>
          <pc:docMk/>
          <pc:sldMk cId="1927220851" sldId="420"/>
        </pc:sldMkLst>
      </pc:sldChg>
      <pc:sldChg chg="del">
        <pc:chgData name="Wen Zhang" userId="3c654fb7-5f49-47ba-b651-bcb6c6cdf94b" providerId="ADAL" clId="{9E69DCB4-6D24-6441-B120-AED273521E88}" dt="2022-10-11T16:28:18.925" v="1190" actId="2696"/>
        <pc:sldMkLst>
          <pc:docMk/>
          <pc:sldMk cId="2053863205" sldId="421"/>
        </pc:sldMkLst>
      </pc:sldChg>
      <pc:sldChg chg="del">
        <pc:chgData name="Wen Zhang" userId="3c654fb7-5f49-47ba-b651-bcb6c6cdf94b" providerId="ADAL" clId="{9E69DCB4-6D24-6441-B120-AED273521E88}" dt="2022-10-14T08:58:18.747" v="2259" actId="2696"/>
        <pc:sldMkLst>
          <pc:docMk/>
          <pc:sldMk cId="1033983224" sldId="430"/>
        </pc:sldMkLst>
      </pc:sldChg>
      <pc:sldChg chg="del">
        <pc:chgData name="Wen Zhang" userId="3c654fb7-5f49-47ba-b651-bcb6c6cdf94b" providerId="ADAL" clId="{9E69DCB4-6D24-6441-B120-AED273521E88}" dt="2022-10-11T16:28:19.630" v="1192" actId="2696"/>
        <pc:sldMkLst>
          <pc:docMk/>
          <pc:sldMk cId="3549240271" sldId="435"/>
        </pc:sldMkLst>
      </pc:sldChg>
      <pc:sldChg chg="del">
        <pc:chgData name="Wen Zhang" userId="3c654fb7-5f49-47ba-b651-bcb6c6cdf94b" providerId="ADAL" clId="{9E69DCB4-6D24-6441-B120-AED273521E88}" dt="2022-10-11T16:28:20.388" v="1194" actId="2696"/>
        <pc:sldMkLst>
          <pc:docMk/>
          <pc:sldMk cId="495545237" sldId="436"/>
        </pc:sldMkLst>
      </pc:sldChg>
      <pc:sldChg chg="del">
        <pc:chgData name="Wen Zhang" userId="3c654fb7-5f49-47ba-b651-bcb6c6cdf94b" providerId="ADAL" clId="{9E69DCB4-6D24-6441-B120-AED273521E88}" dt="2022-10-11T16:28:22.182" v="1199" actId="2696"/>
        <pc:sldMkLst>
          <pc:docMk/>
          <pc:sldMk cId="654458724" sldId="437"/>
        </pc:sldMkLst>
      </pc:sldChg>
      <pc:sldChg chg="del">
        <pc:chgData name="Wen Zhang" userId="3c654fb7-5f49-47ba-b651-bcb6c6cdf94b" providerId="ADAL" clId="{9E69DCB4-6D24-6441-B120-AED273521E88}" dt="2022-10-11T16:28:21.389" v="1197" actId="2696"/>
        <pc:sldMkLst>
          <pc:docMk/>
          <pc:sldMk cId="737288544" sldId="438"/>
        </pc:sldMkLst>
      </pc:sldChg>
      <pc:sldChg chg="del">
        <pc:chgData name="Wen Zhang" userId="3c654fb7-5f49-47ba-b651-bcb6c6cdf94b" providerId="ADAL" clId="{9E69DCB4-6D24-6441-B120-AED273521E88}" dt="2022-10-11T16:28:24.912" v="1204" actId="2696"/>
        <pc:sldMkLst>
          <pc:docMk/>
          <pc:sldMk cId="606773134" sldId="440"/>
        </pc:sldMkLst>
      </pc:sldChg>
      <pc:sldChg chg="del">
        <pc:chgData name="Wen Zhang" userId="3c654fb7-5f49-47ba-b651-bcb6c6cdf94b" providerId="ADAL" clId="{9E69DCB4-6D24-6441-B120-AED273521E88}" dt="2022-10-11T16:28:19.331" v="1191" actId="2696"/>
        <pc:sldMkLst>
          <pc:docMk/>
          <pc:sldMk cId="259858288" sldId="442"/>
        </pc:sldMkLst>
      </pc:sldChg>
      <pc:sldChg chg="del">
        <pc:chgData name="Wen Zhang" userId="3c654fb7-5f49-47ba-b651-bcb6c6cdf94b" providerId="ADAL" clId="{9E69DCB4-6D24-6441-B120-AED273521E88}" dt="2022-10-11T16:28:21.031" v="1196" actId="2696"/>
        <pc:sldMkLst>
          <pc:docMk/>
          <pc:sldMk cId="3914336159" sldId="443"/>
        </pc:sldMkLst>
      </pc:sldChg>
      <pc:sldChg chg="del">
        <pc:chgData name="Wen Zhang" userId="3c654fb7-5f49-47ba-b651-bcb6c6cdf94b" providerId="ADAL" clId="{9E69DCB4-6D24-6441-B120-AED273521E88}" dt="2022-10-11T16:28:21.651" v="1198" actId="2696"/>
        <pc:sldMkLst>
          <pc:docMk/>
          <pc:sldMk cId="1832599672" sldId="444"/>
        </pc:sldMkLst>
      </pc:sldChg>
      <pc:sldChg chg="addSp modSp mod">
        <pc:chgData name="Wen Zhang" userId="3c654fb7-5f49-47ba-b651-bcb6c6cdf94b" providerId="ADAL" clId="{9E69DCB4-6D24-6441-B120-AED273521E88}" dt="2022-10-17T13:01:51.915" v="4368" actId="1076"/>
        <pc:sldMkLst>
          <pc:docMk/>
          <pc:sldMk cId="80635871" sldId="445"/>
        </pc:sldMkLst>
      </pc:sldChg>
      <pc:sldChg chg="modSp add mod">
        <pc:chgData name="Wen Zhang" userId="3c654fb7-5f49-47ba-b651-bcb6c6cdf94b" providerId="ADAL" clId="{9E69DCB4-6D24-6441-B120-AED273521E88}" dt="2022-10-11T21:41:39.947" v="1641" actId="255"/>
        <pc:sldMkLst>
          <pc:docMk/>
          <pc:sldMk cId="2187002874" sldId="446"/>
        </pc:sldMkLst>
      </pc:sldChg>
      <pc:sldChg chg="addSp delSp modSp new mod ord">
        <pc:chgData name="Wen Zhang" userId="3c654fb7-5f49-47ba-b651-bcb6c6cdf94b" providerId="ADAL" clId="{9E69DCB4-6D24-6441-B120-AED273521E88}" dt="2022-10-21T10:48:12.290" v="9619" actId="948"/>
        <pc:sldMkLst>
          <pc:docMk/>
          <pc:sldMk cId="4250304627" sldId="447"/>
        </pc:sldMkLst>
      </pc:sldChg>
      <pc:sldChg chg="addSp modSp new mod ord modClrScheme chgLayout">
        <pc:chgData name="Wen Zhang" userId="3c654fb7-5f49-47ba-b651-bcb6c6cdf94b" providerId="ADAL" clId="{9E69DCB4-6D24-6441-B120-AED273521E88}" dt="2022-10-11T21:26:37.478" v="1564" actId="1076"/>
        <pc:sldMkLst>
          <pc:docMk/>
          <pc:sldMk cId="2057422611" sldId="448"/>
        </pc:sldMkLst>
      </pc:sldChg>
      <pc:sldChg chg="new del">
        <pc:chgData name="Wen Zhang" userId="3c654fb7-5f49-47ba-b651-bcb6c6cdf94b" providerId="ADAL" clId="{9E69DCB4-6D24-6441-B120-AED273521E88}" dt="2022-10-11T12:32:42.538" v="254" actId="2696"/>
        <pc:sldMkLst>
          <pc:docMk/>
          <pc:sldMk cId="3138186556" sldId="448"/>
        </pc:sldMkLst>
      </pc:sldChg>
      <pc:sldChg chg="addSp delSp modSp new mod">
        <pc:chgData name="Wen Zhang" userId="3c654fb7-5f49-47ba-b651-bcb6c6cdf94b" providerId="ADAL" clId="{9E69DCB4-6D24-6441-B120-AED273521E88}" dt="2022-10-21T10:48:34.931" v="9626" actId="20577"/>
        <pc:sldMkLst>
          <pc:docMk/>
          <pc:sldMk cId="763217620" sldId="449"/>
        </pc:sldMkLst>
      </pc:sldChg>
      <pc:sldChg chg="new del">
        <pc:chgData name="Wen Zhang" userId="3c654fb7-5f49-47ba-b651-bcb6c6cdf94b" providerId="ADAL" clId="{9E69DCB4-6D24-6441-B120-AED273521E88}" dt="2022-10-11T12:32:41.974" v="253" actId="2696"/>
        <pc:sldMkLst>
          <pc:docMk/>
          <pc:sldMk cId="3512870380" sldId="449"/>
        </pc:sldMkLst>
      </pc:sldChg>
      <pc:sldChg chg="addSp delSp modSp new mod modAnim">
        <pc:chgData name="Wen Zhang" userId="3c654fb7-5f49-47ba-b651-bcb6c6cdf94b" providerId="ADAL" clId="{9E69DCB4-6D24-6441-B120-AED273521E88}" dt="2022-10-14T14:08:52.396" v="2720" actId="20577"/>
        <pc:sldMkLst>
          <pc:docMk/>
          <pc:sldMk cId="3455276022" sldId="450"/>
        </pc:sldMkLst>
      </pc:sldChg>
      <pc:sldChg chg="addSp delSp modSp new mod delAnim modAnim">
        <pc:chgData name="Wen Zhang" userId="3c654fb7-5f49-47ba-b651-bcb6c6cdf94b" providerId="ADAL" clId="{9E69DCB4-6D24-6441-B120-AED273521E88}" dt="2022-10-14T13:54:21.904" v="2673" actId="27636"/>
        <pc:sldMkLst>
          <pc:docMk/>
          <pc:sldMk cId="321058918" sldId="451"/>
        </pc:sldMkLst>
      </pc:sldChg>
      <pc:sldChg chg="delSp modSp new mod">
        <pc:chgData name="Wen Zhang" userId="3c654fb7-5f49-47ba-b651-bcb6c6cdf94b" providerId="ADAL" clId="{9E69DCB4-6D24-6441-B120-AED273521E88}" dt="2022-10-11T17:23:35.320" v="1484" actId="20577"/>
        <pc:sldMkLst>
          <pc:docMk/>
          <pc:sldMk cId="1393326229" sldId="452"/>
        </pc:sldMkLst>
      </pc:sldChg>
      <pc:sldChg chg="addSp delSp modSp add mod delAnim modAnim">
        <pc:chgData name="Wen Zhang" userId="3c654fb7-5f49-47ba-b651-bcb6c6cdf94b" providerId="ADAL" clId="{9E69DCB4-6D24-6441-B120-AED273521E88}" dt="2022-10-14T13:48:10.348" v="2629" actId="1076"/>
        <pc:sldMkLst>
          <pc:docMk/>
          <pc:sldMk cId="4019967924" sldId="453"/>
        </pc:sldMkLst>
      </pc:sldChg>
      <pc:sldChg chg="delSp modSp new mod">
        <pc:chgData name="Wen Zhang" userId="3c654fb7-5f49-47ba-b651-bcb6c6cdf94b" providerId="ADAL" clId="{9E69DCB4-6D24-6441-B120-AED273521E88}" dt="2022-10-18T15:51:17.608" v="7651" actId="33524"/>
        <pc:sldMkLst>
          <pc:docMk/>
          <pc:sldMk cId="900904579" sldId="454"/>
        </pc:sldMkLst>
      </pc:sldChg>
      <pc:sldChg chg="new del">
        <pc:chgData name="Wen Zhang" userId="3c654fb7-5f49-47ba-b651-bcb6c6cdf94b" providerId="ADAL" clId="{9E69DCB4-6D24-6441-B120-AED273521E88}" dt="2022-10-11T22:36:34.174" v="2235" actId="2696"/>
        <pc:sldMkLst>
          <pc:docMk/>
          <pc:sldMk cId="1425642087" sldId="454"/>
        </pc:sldMkLst>
      </pc:sldChg>
      <pc:sldChg chg="addSp delSp modSp new mod modAnim">
        <pc:chgData name="Wen Zhang" userId="3c654fb7-5f49-47ba-b651-bcb6c6cdf94b" providerId="ADAL" clId="{9E69DCB4-6D24-6441-B120-AED273521E88}" dt="2022-10-14T14:44:07.094" v="2824" actId="20577"/>
        <pc:sldMkLst>
          <pc:docMk/>
          <pc:sldMk cId="3843632764" sldId="455"/>
        </pc:sldMkLst>
      </pc:sldChg>
      <pc:sldChg chg="addSp delSp modSp new mod modAnim">
        <pc:chgData name="Wen Zhang" userId="3c654fb7-5f49-47ba-b651-bcb6c6cdf94b" providerId="ADAL" clId="{9E69DCB4-6D24-6441-B120-AED273521E88}" dt="2022-10-14T14:28:03.942" v="2747"/>
        <pc:sldMkLst>
          <pc:docMk/>
          <pc:sldMk cId="3103517608" sldId="456"/>
        </pc:sldMkLst>
      </pc:sldChg>
      <pc:sldChg chg="delSp modSp new mod">
        <pc:chgData name="Wen Zhang" userId="3c654fb7-5f49-47ba-b651-bcb6c6cdf94b" providerId="ADAL" clId="{9E69DCB4-6D24-6441-B120-AED273521E88}" dt="2022-10-14T17:15:45.088" v="3913" actId="20577"/>
        <pc:sldMkLst>
          <pc:docMk/>
          <pc:sldMk cId="620961661" sldId="457"/>
        </pc:sldMkLst>
      </pc:sldChg>
      <pc:sldChg chg="delSp modSp new del mod modAnim">
        <pc:chgData name="Wen Zhang" userId="3c654fb7-5f49-47ba-b651-bcb6c6cdf94b" providerId="ADAL" clId="{9E69DCB4-6D24-6441-B120-AED273521E88}" dt="2022-10-14T16:06:40.719" v="3568" actId="2696"/>
        <pc:sldMkLst>
          <pc:docMk/>
          <pc:sldMk cId="447858392" sldId="458"/>
        </pc:sldMkLst>
      </pc:sldChg>
      <pc:sldChg chg="addSp delSp modSp add mod modAnim">
        <pc:chgData name="Wen Zhang" userId="3c654fb7-5f49-47ba-b651-bcb6c6cdf94b" providerId="ADAL" clId="{9E69DCB4-6D24-6441-B120-AED273521E88}" dt="2022-10-17T17:46:05.132" v="6065" actId="1076"/>
        <pc:sldMkLst>
          <pc:docMk/>
          <pc:sldMk cId="1620181815" sldId="459"/>
        </pc:sldMkLst>
      </pc:sldChg>
      <pc:sldChg chg="new del">
        <pc:chgData name="Wen Zhang" userId="3c654fb7-5f49-47ba-b651-bcb6c6cdf94b" providerId="ADAL" clId="{9E69DCB4-6D24-6441-B120-AED273521E88}" dt="2022-10-14T15:12:49.164" v="2953" actId="2696"/>
        <pc:sldMkLst>
          <pc:docMk/>
          <pc:sldMk cId="1987913459" sldId="459"/>
        </pc:sldMkLst>
      </pc:sldChg>
      <pc:sldChg chg="delSp modSp new del mod ord">
        <pc:chgData name="Wen Zhang" userId="3c654fb7-5f49-47ba-b651-bcb6c6cdf94b" providerId="ADAL" clId="{9E69DCB4-6D24-6441-B120-AED273521E88}" dt="2022-10-17T23:09:39.013" v="6692" actId="2696"/>
        <pc:sldMkLst>
          <pc:docMk/>
          <pc:sldMk cId="2526520778" sldId="460"/>
        </pc:sldMkLst>
      </pc:sldChg>
      <pc:sldChg chg="addSp delSp modSp add mod delAnim modAnim">
        <pc:chgData name="Wen Zhang" userId="3c654fb7-5f49-47ba-b651-bcb6c6cdf94b" providerId="ADAL" clId="{9E69DCB4-6D24-6441-B120-AED273521E88}" dt="2022-10-17T17:46:16.772" v="6067" actId="1076"/>
        <pc:sldMkLst>
          <pc:docMk/>
          <pc:sldMk cId="911940231" sldId="461"/>
        </pc:sldMkLst>
      </pc:sldChg>
      <pc:sldChg chg="addSp delSp modSp new mod">
        <pc:chgData name="Wen Zhang" userId="3c654fb7-5f49-47ba-b651-bcb6c6cdf94b" providerId="ADAL" clId="{9E69DCB4-6D24-6441-B120-AED273521E88}" dt="2022-10-17T11:55:42.140" v="4090" actId="1076"/>
        <pc:sldMkLst>
          <pc:docMk/>
          <pc:sldMk cId="1250723370" sldId="462"/>
        </pc:sldMkLst>
      </pc:sldChg>
      <pc:sldChg chg="addSp delSp modSp new mod">
        <pc:chgData name="Wen Zhang" userId="3c654fb7-5f49-47ba-b651-bcb6c6cdf94b" providerId="ADAL" clId="{9E69DCB4-6D24-6441-B120-AED273521E88}" dt="2022-10-18T14:29:11.244" v="7288" actId="1076"/>
        <pc:sldMkLst>
          <pc:docMk/>
          <pc:sldMk cId="1089965910" sldId="463"/>
        </pc:sldMkLst>
      </pc:sldChg>
      <pc:sldChg chg="new del">
        <pc:chgData name="Wen Zhang" userId="3c654fb7-5f49-47ba-b651-bcb6c6cdf94b" providerId="ADAL" clId="{9E69DCB4-6D24-6441-B120-AED273521E88}" dt="2022-10-14T16:06:49.807" v="3570" actId="680"/>
        <pc:sldMkLst>
          <pc:docMk/>
          <pc:sldMk cId="3084067165" sldId="463"/>
        </pc:sldMkLst>
      </pc:sldChg>
      <pc:sldChg chg="modSp add del mod">
        <pc:chgData name="Wen Zhang" userId="3c654fb7-5f49-47ba-b651-bcb6c6cdf94b" providerId="ADAL" clId="{9E69DCB4-6D24-6441-B120-AED273521E88}" dt="2022-10-15T08:36:26.775" v="4079" actId="2696"/>
        <pc:sldMkLst>
          <pc:docMk/>
          <pc:sldMk cId="1702022211" sldId="464"/>
        </pc:sldMkLst>
      </pc:sldChg>
      <pc:sldChg chg="modSp new del mod">
        <pc:chgData name="Wen Zhang" userId="3c654fb7-5f49-47ba-b651-bcb6c6cdf94b" providerId="ADAL" clId="{9E69DCB4-6D24-6441-B120-AED273521E88}" dt="2022-10-14T16:10:41.802" v="3593" actId="2696"/>
        <pc:sldMkLst>
          <pc:docMk/>
          <pc:sldMk cId="2190694503" sldId="465"/>
        </pc:sldMkLst>
      </pc:sldChg>
      <pc:sldChg chg="addSp delSp modSp add mod delAnim modAnim">
        <pc:chgData name="Wen Zhang" userId="3c654fb7-5f49-47ba-b651-bcb6c6cdf94b" providerId="ADAL" clId="{9E69DCB4-6D24-6441-B120-AED273521E88}" dt="2022-10-14T16:43:24.247" v="3885"/>
        <pc:sldMkLst>
          <pc:docMk/>
          <pc:sldMk cId="2808764374" sldId="466"/>
        </pc:sldMkLst>
      </pc:sldChg>
      <pc:sldChg chg="addSp delSp modSp new mod ord">
        <pc:chgData name="Wen Zhang" userId="3c654fb7-5f49-47ba-b651-bcb6c6cdf94b" providerId="ADAL" clId="{9E69DCB4-6D24-6441-B120-AED273521E88}" dt="2022-10-17T22:09:26.102" v="6319" actId="14100"/>
        <pc:sldMkLst>
          <pc:docMk/>
          <pc:sldMk cId="2577794377" sldId="467"/>
        </pc:sldMkLst>
      </pc:sldChg>
      <pc:sldChg chg="addSp delSp modSp new mod modAnim">
        <pc:chgData name="Wen Zhang" userId="3c654fb7-5f49-47ba-b651-bcb6c6cdf94b" providerId="ADAL" clId="{9E69DCB4-6D24-6441-B120-AED273521E88}" dt="2022-10-17T13:01:01.392" v="4356"/>
        <pc:sldMkLst>
          <pc:docMk/>
          <pc:sldMk cId="2731724309" sldId="468"/>
        </pc:sldMkLst>
      </pc:sldChg>
      <pc:sldChg chg="addSp delSp modSp add mod modAnim">
        <pc:chgData name="Wen Zhang" userId="3c654fb7-5f49-47ba-b651-bcb6c6cdf94b" providerId="ADAL" clId="{9E69DCB4-6D24-6441-B120-AED273521E88}" dt="2022-10-17T13:42:43.799" v="4917" actId="20577"/>
        <pc:sldMkLst>
          <pc:docMk/>
          <pc:sldMk cId="3308889817" sldId="469"/>
        </pc:sldMkLst>
      </pc:sldChg>
      <pc:sldChg chg="add del modAnim">
        <pc:chgData name="Wen Zhang" userId="3c654fb7-5f49-47ba-b651-bcb6c6cdf94b" providerId="ADAL" clId="{9E69DCB4-6D24-6441-B120-AED273521E88}" dt="2022-10-17T17:16:59.613" v="5960" actId="2696"/>
        <pc:sldMkLst>
          <pc:docMk/>
          <pc:sldMk cId="575437486" sldId="470"/>
        </pc:sldMkLst>
      </pc:sldChg>
      <pc:sldChg chg="addSp delSp modSp add mod modAnim">
        <pc:chgData name="Wen Zhang" userId="3c654fb7-5f49-47ba-b651-bcb6c6cdf94b" providerId="ADAL" clId="{9E69DCB4-6D24-6441-B120-AED273521E88}" dt="2022-10-17T15:32:02.496" v="5428"/>
        <pc:sldMkLst>
          <pc:docMk/>
          <pc:sldMk cId="1005872461" sldId="471"/>
        </pc:sldMkLst>
      </pc:sldChg>
      <pc:sldChg chg="addSp delSp modSp add mod delAnim modAnim">
        <pc:chgData name="Wen Zhang" userId="3c654fb7-5f49-47ba-b651-bcb6c6cdf94b" providerId="ADAL" clId="{9E69DCB4-6D24-6441-B120-AED273521E88}" dt="2022-10-17T15:37:58.126" v="5500" actId="113"/>
        <pc:sldMkLst>
          <pc:docMk/>
          <pc:sldMk cId="290306641" sldId="472"/>
        </pc:sldMkLst>
      </pc:sldChg>
      <pc:sldChg chg="addSp delSp modSp add mod addAnim delAnim">
        <pc:chgData name="Wen Zhang" userId="3c654fb7-5f49-47ba-b651-bcb6c6cdf94b" providerId="ADAL" clId="{9E69DCB4-6D24-6441-B120-AED273521E88}" dt="2022-10-17T17:16:47.849" v="5959" actId="20577"/>
        <pc:sldMkLst>
          <pc:docMk/>
          <pc:sldMk cId="196279912" sldId="473"/>
        </pc:sldMkLst>
      </pc:sldChg>
      <pc:sldChg chg="delSp modSp add mod delAnim modAnim">
        <pc:chgData name="Wen Zhang" userId="3c654fb7-5f49-47ba-b651-bcb6c6cdf94b" providerId="ADAL" clId="{9E69DCB4-6D24-6441-B120-AED273521E88}" dt="2022-10-17T23:09:31.299" v="6691"/>
        <pc:sldMkLst>
          <pc:docMk/>
          <pc:sldMk cId="1206340694" sldId="474"/>
        </pc:sldMkLst>
      </pc:sldChg>
      <pc:sldChg chg="addSp delSp modSp add mod delAnim">
        <pc:chgData name="Wen Zhang" userId="3c654fb7-5f49-47ba-b651-bcb6c6cdf94b" providerId="ADAL" clId="{9E69DCB4-6D24-6441-B120-AED273521E88}" dt="2022-10-17T21:57:03.551" v="6207" actId="255"/>
        <pc:sldMkLst>
          <pc:docMk/>
          <pc:sldMk cId="4068061212" sldId="475"/>
        </pc:sldMkLst>
      </pc:sldChg>
      <pc:sldChg chg="delSp modSp add mod">
        <pc:chgData name="Wen Zhang" userId="3c654fb7-5f49-47ba-b651-bcb6c6cdf94b" providerId="ADAL" clId="{9E69DCB4-6D24-6441-B120-AED273521E88}" dt="2022-10-17T16:03:57.014" v="5839" actId="20577"/>
        <pc:sldMkLst>
          <pc:docMk/>
          <pc:sldMk cId="2131308418" sldId="476"/>
        </pc:sldMkLst>
      </pc:sldChg>
      <pc:sldChg chg="addSp delSp modSp new mod modAnim">
        <pc:chgData name="Wen Zhang" userId="3c654fb7-5f49-47ba-b651-bcb6c6cdf94b" providerId="ADAL" clId="{9E69DCB4-6D24-6441-B120-AED273521E88}" dt="2022-10-17T23:06:57.439" v="6679" actId="1076"/>
        <pc:sldMkLst>
          <pc:docMk/>
          <pc:sldMk cId="20390319" sldId="477"/>
        </pc:sldMkLst>
      </pc:sldChg>
      <pc:sldChg chg="addSp delSp modSp add mod">
        <pc:chgData name="Wen Zhang" userId="3c654fb7-5f49-47ba-b651-bcb6c6cdf94b" providerId="ADAL" clId="{9E69DCB4-6D24-6441-B120-AED273521E88}" dt="2022-10-17T22:19:17.559" v="6431" actId="20577"/>
        <pc:sldMkLst>
          <pc:docMk/>
          <pc:sldMk cId="280085195" sldId="478"/>
        </pc:sldMkLst>
      </pc:sldChg>
      <pc:sldChg chg="delSp modSp new del mod">
        <pc:chgData name="Wen Zhang" userId="3c654fb7-5f49-47ba-b651-bcb6c6cdf94b" providerId="ADAL" clId="{9E69DCB4-6D24-6441-B120-AED273521E88}" dt="2022-10-18T15:50:08.653" v="7636" actId="2696"/>
        <pc:sldMkLst>
          <pc:docMk/>
          <pc:sldMk cId="3400295264" sldId="479"/>
        </pc:sldMkLst>
      </pc:sldChg>
      <pc:sldChg chg="modSp new del mod">
        <pc:chgData name="Wen Zhang" userId="3c654fb7-5f49-47ba-b651-bcb6c6cdf94b" providerId="ADAL" clId="{9E69DCB4-6D24-6441-B120-AED273521E88}" dt="2022-10-18T15:50:22.179" v="7637" actId="2696"/>
        <pc:sldMkLst>
          <pc:docMk/>
          <pc:sldMk cId="2496232987" sldId="480"/>
        </pc:sldMkLst>
      </pc:sldChg>
      <pc:sldChg chg="addSp delSp modSp add mod modAnim">
        <pc:chgData name="Wen Zhang" userId="3c654fb7-5f49-47ba-b651-bcb6c6cdf94b" providerId="ADAL" clId="{9E69DCB4-6D24-6441-B120-AED273521E88}" dt="2022-10-19T15:45:47.829" v="9526" actId="20577"/>
        <pc:sldMkLst>
          <pc:docMk/>
          <pc:sldMk cId="1447869860" sldId="481"/>
        </pc:sldMkLst>
      </pc:sldChg>
      <pc:sldChg chg="addSp delSp modSp add mod ord modAnim">
        <pc:chgData name="Wen Zhang" userId="3c654fb7-5f49-47ba-b651-bcb6c6cdf94b" providerId="ADAL" clId="{9E69DCB4-6D24-6441-B120-AED273521E88}" dt="2022-10-19T14:20:39.864" v="8865" actId="20577"/>
        <pc:sldMkLst>
          <pc:docMk/>
          <pc:sldMk cId="3042489783" sldId="482"/>
        </pc:sldMkLst>
      </pc:sldChg>
      <pc:sldChg chg="delSp modSp add mod delAnim modAnim">
        <pc:chgData name="Wen Zhang" userId="3c654fb7-5f49-47ba-b651-bcb6c6cdf94b" providerId="ADAL" clId="{9E69DCB4-6D24-6441-B120-AED273521E88}" dt="2022-10-18T18:15:49.022" v="8171" actId="20577"/>
        <pc:sldMkLst>
          <pc:docMk/>
          <pc:sldMk cId="1219084514" sldId="483"/>
        </pc:sldMkLst>
      </pc:sldChg>
      <pc:sldChg chg="addSp delSp modSp add mod modAnim">
        <pc:chgData name="Wen Zhang" userId="3c654fb7-5f49-47ba-b651-bcb6c6cdf94b" providerId="ADAL" clId="{9E69DCB4-6D24-6441-B120-AED273521E88}" dt="2022-10-19T14:22:38.349" v="8876" actId="14100"/>
        <pc:sldMkLst>
          <pc:docMk/>
          <pc:sldMk cId="4087945805" sldId="484"/>
        </pc:sldMkLst>
      </pc:sldChg>
      <pc:sldChg chg="addSp delSp modSp add mod">
        <pc:chgData name="Wen Zhang" userId="3c654fb7-5f49-47ba-b651-bcb6c6cdf94b" providerId="ADAL" clId="{9E69DCB4-6D24-6441-B120-AED273521E88}" dt="2022-10-19T14:31:38.523" v="9004" actId="1076"/>
        <pc:sldMkLst>
          <pc:docMk/>
          <pc:sldMk cId="3530934007" sldId="485"/>
        </pc:sldMkLst>
      </pc:sldChg>
      <pc:sldChg chg="add del">
        <pc:chgData name="Wen Zhang" userId="3c654fb7-5f49-47ba-b651-bcb6c6cdf94b" providerId="ADAL" clId="{9E69DCB4-6D24-6441-B120-AED273521E88}" dt="2022-10-19T14:16:10.615" v="8805" actId="2696"/>
        <pc:sldMkLst>
          <pc:docMk/>
          <pc:sldMk cId="4088506741" sldId="486"/>
        </pc:sldMkLst>
      </pc:sldChg>
      <pc:sldChg chg="add del">
        <pc:chgData name="Wen Zhang" userId="3c654fb7-5f49-47ba-b651-bcb6c6cdf94b" providerId="ADAL" clId="{9E69DCB4-6D24-6441-B120-AED273521E88}" dt="2022-10-19T14:16:11.475" v="8806" actId="2696"/>
        <pc:sldMkLst>
          <pc:docMk/>
          <pc:sldMk cId="789448377" sldId="487"/>
        </pc:sldMkLst>
      </pc:sldChg>
      <pc:sldChg chg="addSp delSp modSp add mod">
        <pc:chgData name="Wen Zhang" userId="3c654fb7-5f49-47ba-b651-bcb6c6cdf94b" providerId="ADAL" clId="{9E69DCB4-6D24-6441-B120-AED273521E88}" dt="2022-10-19T15:24:38.504" v="9298" actId="13822"/>
        <pc:sldMkLst>
          <pc:docMk/>
          <pc:sldMk cId="1839452635" sldId="488"/>
        </pc:sldMkLst>
      </pc:sldChg>
      <pc:sldChg chg="add del">
        <pc:chgData name="Wen Zhang" userId="3c654fb7-5f49-47ba-b651-bcb6c6cdf94b" providerId="ADAL" clId="{9E69DCB4-6D24-6441-B120-AED273521E88}" dt="2022-10-19T14:16:23.312" v="8807" actId="2696"/>
        <pc:sldMkLst>
          <pc:docMk/>
          <pc:sldMk cId="2827411863" sldId="489"/>
        </pc:sldMkLst>
      </pc:sldChg>
      <pc:sldChg chg="addSp delSp modSp add mod delAnim">
        <pc:chgData name="Wen Zhang" userId="3c654fb7-5f49-47ba-b651-bcb6c6cdf94b" providerId="ADAL" clId="{9E69DCB4-6D24-6441-B120-AED273521E88}" dt="2022-10-19T15:02:33.314" v="9176" actId="478"/>
        <pc:sldMkLst>
          <pc:docMk/>
          <pc:sldMk cId="1707070020" sldId="490"/>
        </pc:sldMkLst>
      </pc:sldChg>
      <pc:sldChg chg="addSp delSp modSp new mod">
        <pc:chgData name="Wen Zhang" userId="3c654fb7-5f49-47ba-b651-bcb6c6cdf94b" providerId="ADAL" clId="{9E69DCB4-6D24-6441-B120-AED273521E88}" dt="2022-10-19T18:44:02.335" v="9614" actId="1076"/>
        <pc:sldMkLst>
          <pc:docMk/>
          <pc:sldMk cId="3615558156" sldId="491"/>
        </pc:sldMkLst>
      </pc:sldChg>
      <pc:sldChg chg="addSp delSp modSp add mod">
        <pc:chgData name="Wen Zhang" userId="3c654fb7-5f49-47ba-b651-bcb6c6cdf94b" providerId="ADAL" clId="{9E69DCB4-6D24-6441-B120-AED273521E88}" dt="2022-10-19T18:43:08.208" v="9577" actId="20577"/>
        <pc:sldMkLst>
          <pc:docMk/>
          <pc:sldMk cId="3231938117" sldId="492"/>
        </pc:sldMkLst>
      </pc:sldChg>
    </pc:docChg>
  </pc:docChgLst>
  <pc:docChgLst>
    <pc:chgData name="Wen Zhang" userId="3c654fb7-5f49-47ba-b651-bcb6c6cdf94b" providerId="ADAL" clId="{0788E08D-F156-CE49-AA95-100B8228312F}"/>
    <pc:docChg chg="delSld">
      <pc:chgData name="Wen Zhang" userId="3c654fb7-5f49-47ba-b651-bcb6c6cdf94b" providerId="ADAL" clId="{0788E08D-F156-CE49-AA95-100B8228312F}" dt="2023-02-09T14:18:09.452" v="13" actId="2696"/>
      <pc:docMkLst>
        <pc:docMk/>
      </pc:docMkLst>
      <pc:sldChg chg="del">
        <pc:chgData name="Wen Zhang" userId="3c654fb7-5f49-47ba-b651-bcb6c6cdf94b" providerId="ADAL" clId="{0788E08D-F156-CE49-AA95-100B8228312F}" dt="2023-02-09T14:18:02.628" v="3" actId="2696"/>
        <pc:sldMkLst>
          <pc:docMk/>
          <pc:sldMk cId="125884134" sldId="258"/>
        </pc:sldMkLst>
      </pc:sldChg>
      <pc:sldChg chg="del">
        <pc:chgData name="Wen Zhang" userId="3c654fb7-5f49-47ba-b651-bcb6c6cdf94b" providerId="ADAL" clId="{0788E08D-F156-CE49-AA95-100B8228312F}" dt="2023-02-09T14:18:09.452" v="13" actId="2696"/>
        <pc:sldMkLst>
          <pc:docMk/>
          <pc:sldMk cId="3558178336" sldId="378"/>
        </pc:sldMkLst>
      </pc:sldChg>
      <pc:sldChg chg="del">
        <pc:chgData name="Wen Zhang" userId="3c654fb7-5f49-47ba-b651-bcb6c6cdf94b" providerId="ADAL" clId="{0788E08D-F156-CE49-AA95-100B8228312F}" dt="2023-02-09T14:18:03.192" v="4" actId="2696"/>
        <pc:sldMkLst>
          <pc:docMk/>
          <pc:sldMk cId="2855850869" sldId="387"/>
        </pc:sldMkLst>
      </pc:sldChg>
      <pc:sldChg chg="del">
        <pc:chgData name="Wen Zhang" userId="3c654fb7-5f49-47ba-b651-bcb6c6cdf94b" providerId="ADAL" clId="{0788E08D-F156-CE49-AA95-100B8228312F}" dt="2023-02-09T14:18:03.513" v="5" actId="2696"/>
        <pc:sldMkLst>
          <pc:docMk/>
          <pc:sldMk cId="292558631" sldId="430"/>
        </pc:sldMkLst>
      </pc:sldChg>
      <pc:sldChg chg="del">
        <pc:chgData name="Wen Zhang" userId="3c654fb7-5f49-47ba-b651-bcb6c6cdf94b" providerId="ADAL" clId="{0788E08D-F156-CE49-AA95-100B8228312F}" dt="2023-02-09T14:18:01.925" v="1" actId="2696"/>
        <pc:sldMkLst>
          <pc:docMk/>
          <pc:sldMk cId="1089965910" sldId="463"/>
        </pc:sldMkLst>
      </pc:sldChg>
      <pc:sldChg chg="del">
        <pc:chgData name="Wen Zhang" userId="3c654fb7-5f49-47ba-b651-bcb6c6cdf94b" providerId="ADAL" clId="{0788E08D-F156-CE49-AA95-100B8228312F}" dt="2023-02-09T14:18:01.651" v="0" actId="2696"/>
        <pc:sldMkLst>
          <pc:docMk/>
          <pc:sldMk cId="2131308418" sldId="476"/>
        </pc:sldMkLst>
      </pc:sldChg>
      <pc:sldChg chg="del">
        <pc:chgData name="Wen Zhang" userId="3c654fb7-5f49-47ba-b651-bcb6c6cdf94b" providerId="ADAL" clId="{0788E08D-F156-CE49-AA95-100B8228312F}" dt="2023-02-09T14:18:07.676" v="11" actId="2696"/>
        <pc:sldMkLst>
          <pc:docMk/>
          <pc:sldMk cId="1447869860" sldId="481"/>
        </pc:sldMkLst>
      </pc:sldChg>
      <pc:sldChg chg="del">
        <pc:chgData name="Wen Zhang" userId="3c654fb7-5f49-47ba-b651-bcb6c6cdf94b" providerId="ADAL" clId="{0788E08D-F156-CE49-AA95-100B8228312F}" dt="2023-02-09T14:18:02.309" v="2" actId="2696"/>
        <pc:sldMkLst>
          <pc:docMk/>
          <pc:sldMk cId="3042489783" sldId="482"/>
        </pc:sldMkLst>
      </pc:sldChg>
      <pc:sldChg chg="del">
        <pc:chgData name="Wen Zhang" userId="3c654fb7-5f49-47ba-b651-bcb6c6cdf94b" providerId="ADAL" clId="{0788E08D-F156-CE49-AA95-100B8228312F}" dt="2023-02-09T14:18:05.330" v="6" actId="2696"/>
        <pc:sldMkLst>
          <pc:docMk/>
          <pc:sldMk cId="1219084514" sldId="483"/>
        </pc:sldMkLst>
      </pc:sldChg>
      <pc:sldChg chg="del">
        <pc:chgData name="Wen Zhang" userId="3c654fb7-5f49-47ba-b651-bcb6c6cdf94b" providerId="ADAL" clId="{0788E08D-F156-CE49-AA95-100B8228312F}" dt="2023-02-09T14:18:05.839" v="7" actId="2696"/>
        <pc:sldMkLst>
          <pc:docMk/>
          <pc:sldMk cId="4087945805" sldId="484"/>
        </pc:sldMkLst>
      </pc:sldChg>
      <pc:sldChg chg="del">
        <pc:chgData name="Wen Zhang" userId="3c654fb7-5f49-47ba-b651-bcb6c6cdf94b" providerId="ADAL" clId="{0788E08D-F156-CE49-AA95-100B8228312F}" dt="2023-02-09T14:18:06.919" v="9" actId="2696"/>
        <pc:sldMkLst>
          <pc:docMk/>
          <pc:sldMk cId="3530934007" sldId="485"/>
        </pc:sldMkLst>
      </pc:sldChg>
      <pc:sldChg chg="del">
        <pc:chgData name="Wen Zhang" userId="3c654fb7-5f49-47ba-b651-bcb6c6cdf94b" providerId="ADAL" clId="{0788E08D-F156-CE49-AA95-100B8228312F}" dt="2023-02-09T14:18:07.331" v="10" actId="2696"/>
        <pc:sldMkLst>
          <pc:docMk/>
          <pc:sldMk cId="1839452635" sldId="488"/>
        </pc:sldMkLst>
      </pc:sldChg>
      <pc:sldChg chg="del">
        <pc:chgData name="Wen Zhang" userId="3c654fb7-5f49-47ba-b651-bcb6c6cdf94b" providerId="ADAL" clId="{0788E08D-F156-CE49-AA95-100B8228312F}" dt="2023-02-09T14:18:06.386" v="8" actId="2696"/>
        <pc:sldMkLst>
          <pc:docMk/>
          <pc:sldMk cId="1707070020" sldId="490"/>
        </pc:sldMkLst>
      </pc:sldChg>
      <pc:sldChg chg="del">
        <pc:chgData name="Wen Zhang" userId="3c654fb7-5f49-47ba-b651-bcb6c6cdf94b" providerId="ADAL" clId="{0788E08D-F156-CE49-AA95-100B8228312F}" dt="2023-02-09T14:18:08.124" v="12" actId="2696"/>
        <pc:sldMkLst>
          <pc:docMk/>
          <pc:sldMk cId="3231938117" sldId="492"/>
        </pc:sldMkLst>
      </pc:sldChg>
    </pc:docChg>
  </pc:docChgLst>
  <pc:docChgLst>
    <pc:chgData name="Wen Zhang" userId="3c654fb7-5f49-47ba-b651-bcb6c6cdf94b" providerId="ADAL" clId="{EF2A2E98-3F5E-4EE5-9F96-30AF7F0A5697}"/>
    <pc:docChg chg="undo custSel delSld modSld sldOrd">
      <pc:chgData name="Wen Zhang" userId="3c654fb7-5f49-47ba-b651-bcb6c6cdf94b" providerId="ADAL" clId="{EF2A2E98-3F5E-4EE5-9F96-30AF7F0A5697}" dt="2023-02-07T12:03:33.763" v="184" actId="1076"/>
      <pc:docMkLst>
        <pc:docMk/>
      </pc:docMkLst>
      <pc:sldChg chg="modSp mod">
        <pc:chgData name="Wen Zhang" userId="3c654fb7-5f49-47ba-b651-bcb6c6cdf94b" providerId="ADAL" clId="{EF2A2E98-3F5E-4EE5-9F96-30AF7F0A5697}" dt="2023-01-31T15:15:38.314" v="59" actId="1076"/>
        <pc:sldMkLst>
          <pc:docMk/>
          <pc:sldMk cId="125884134" sldId="258"/>
        </pc:sldMkLst>
      </pc:sldChg>
      <pc:sldChg chg="modSp mod">
        <pc:chgData name="Wen Zhang" userId="3c654fb7-5f49-47ba-b651-bcb6c6cdf94b" providerId="ADAL" clId="{EF2A2E98-3F5E-4EE5-9F96-30AF7F0A5697}" dt="2023-01-31T15:16:39.611" v="61" actId="20577"/>
        <pc:sldMkLst>
          <pc:docMk/>
          <pc:sldMk cId="2855850869" sldId="387"/>
        </pc:sldMkLst>
      </pc:sldChg>
      <pc:sldChg chg="delSp modSp mod modAnim">
        <pc:chgData name="Wen Zhang" userId="3c654fb7-5f49-47ba-b651-bcb6c6cdf94b" providerId="ADAL" clId="{EF2A2E98-3F5E-4EE5-9F96-30AF7F0A5697}" dt="2023-02-07T12:03:33.763" v="184" actId="1076"/>
        <pc:sldMkLst>
          <pc:docMk/>
          <pc:sldMk cId="292558631" sldId="430"/>
        </pc:sldMkLst>
      </pc:sldChg>
      <pc:sldChg chg="del">
        <pc:chgData name="Wen Zhang" userId="3c654fb7-5f49-47ba-b651-bcb6c6cdf94b" providerId="ADAL" clId="{EF2A2E98-3F5E-4EE5-9F96-30AF7F0A5697}" dt="2023-02-07T11:09:46.033" v="70" actId="47"/>
        <pc:sldMkLst>
          <pc:docMk/>
          <pc:sldMk cId="1393326229" sldId="452"/>
        </pc:sldMkLst>
      </pc:sldChg>
      <pc:sldChg chg="modSp">
        <pc:chgData name="Wen Zhang" userId="3c654fb7-5f49-47ba-b651-bcb6c6cdf94b" providerId="ADAL" clId="{EF2A2E98-3F5E-4EE5-9F96-30AF7F0A5697}" dt="2023-01-31T14:21:39.472" v="1" actId="20577"/>
        <pc:sldMkLst>
          <pc:docMk/>
          <pc:sldMk cId="3843632764" sldId="455"/>
        </pc:sldMkLst>
      </pc:sldChg>
      <pc:sldChg chg="modSp mod">
        <pc:chgData name="Wen Zhang" userId="3c654fb7-5f49-47ba-b651-bcb6c6cdf94b" providerId="ADAL" clId="{EF2A2E98-3F5E-4EE5-9F96-30AF7F0A5697}" dt="2023-01-31T14:23:46.768" v="6" actId="20577"/>
        <pc:sldMkLst>
          <pc:docMk/>
          <pc:sldMk cId="620961661" sldId="457"/>
        </pc:sldMkLst>
      </pc:sldChg>
      <pc:sldChg chg="modSp mod">
        <pc:chgData name="Wen Zhang" userId="3c654fb7-5f49-47ba-b651-bcb6c6cdf94b" providerId="ADAL" clId="{EF2A2E98-3F5E-4EE5-9F96-30AF7F0A5697}" dt="2023-01-31T14:24:15.734" v="7" actId="20577"/>
        <pc:sldMkLst>
          <pc:docMk/>
          <pc:sldMk cId="1620181815" sldId="459"/>
        </pc:sldMkLst>
      </pc:sldChg>
      <pc:sldChg chg="modSp mod">
        <pc:chgData name="Wen Zhang" userId="3c654fb7-5f49-47ba-b651-bcb6c6cdf94b" providerId="ADAL" clId="{EF2A2E98-3F5E-4EE5-9F96-30AF7F0A5697}" dt="2023-01-31T14:29:46.925" v="8" actId="20577"/>
        <pc:sldMkLst>
          <pc:docMk/>
          <pc:sldMk cId="911940231" sldId="461"/>
        </pc:sldMkLst>
      </pc:sldChg>
      <pc:sldChg chg="modSp mod modAnim">
        <pc:chgData name="Wen Zhang" userId="3c654fb7-5f49-47ba-b651-bcb6c6cdf94b" providerId="ADAL" clId="{EF2A2E98-3F5E-4EE5-9F96-30AF7F0A5697}" dt="2023-01-31T14:40:59.530" v="23" actId="20577"/>
        <pc:sldMkLst>
          <pc:docMk/>
          <pc:sldMk cId="3308889817" sldId="469"/>
        </pc:sldMkLst>
      </pc:sldChg>
      <pc:sldChg chg="modSp">
        <pc:chgData name="Wen Zhang" userId="3c654fb7-5f49-47ba-b651-bcb6c6cdf94b" providerId="ADAL" clId="{EF2A2E98-3F5E-4EE5-9F96-30AF7F0A5697}" dt="2023-01-31T14:44:57.778" v="36" actId="20577"/>
        <pc:sldMkLst>
          <pc:docMk/>
          <pc:sldMk cId="196279912" sldId="473"/>
        </pc:sldMkLst>
      </pc:sldChg>
      <pc:sldChg chg="modSp mod">
        <pc:chgData name="Wen Zhang" userId="3c654fb7-5f49-47ba-b651-bcb6c6cdf94b" providerId="ADAL" clId="{EF2A2E98-3F5E-4EE5-9F96-30AF7F0A5697}" dt="2023-01-31T14:49:13.732" v="41" actId="20577"/>
        <pc:sldMkLst>
          <pc:docMk/>
          <pc:sldMk cId="4068061212" sldId="475"/>
        </pc:sldMkLst>
      </pc:sldChg>
      <pc:sldChg chg="addSp modSp mod modAnim">
        <pc:chgData name="Wen Zhang" userId="3c654fb7-5f49-47ba-b651-bcb6c6cdf94b" providerId="ADAL" clId="{EF2A2E98-3F5E-4EE5-9F96-30AF7F0A5697}" dt="2023-01-31T15:05:39.553" v="54"/>
        <pc:sldMkLst>
          <pc:docMk/>
          <pc:sldMk cId="3042489783" sldId="482"/>
        </pc:sldMkLst>
      </pc:sldChg>
      <pc:sldChg chg="modSp mod ord modAnim">
        <pc:chgData name="Wen Zhang" userId="3c654fb7-5f49-47ba-b651-bcb6c6cdf94b" providerId="ADAL" clId="{EF2A2E98-3F5E-4EE5-9F96-30AF7F0A5697}" dt="2023-02-07T11:54:05.671" v="180" actId="207"/>
        <pc:sldMkLst>
          <pc:docMk/>
          <pc:sldMk cId="1219084514" sldId="48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21F692-2DE6-3943-B25D-C7196913C06C}" type="doc">
      <dgm:prSet loTypeId="urn:microsoft.com/office/officeart/2005/8/layout/process1" loCatId="" qsTypeId="urn:microsoft.com/office/officeart/2005/8/quickstyle/simple1" qsCatId="simple" csTypeId="urn:microsoft.com/office/officeart/2005/8/colors/accent0_3" csCatId="mainScheme" phldr="1"/>
      <dgm:spPr/>
    </dgm:pt>
    <dgm:pt modelId="{8DDB2549-2788-AE46-A669-A1C2C6139896}">
      <dgm:prSet phldrT="[Text]" custT="1"/>
      <dgm:spPr/>
      <dgm:t>
        <a:bodyPr/>
        <a:lstStyle/>
        <a:p>
          <a:r>
            <a:rPr lang="en-GB" sz="1600" b="1" dirty="0"/>
            <a:t>Remove noise</a:t>
          </a:r>
        </a:p>
      </dgm:t>
    </dgm:pt>
    <dgm:pt modelId="{1BC4A802-C716-FD43-A04F-363EF766D93E}" type="parTrans" cxnId="{E2B65318-44EF-F44A-B4E6-7C4220F62605}">
      <dgm:prSet/>
      <dgm:spPr/>
      <dgm:t>
        <a:bodyPr/>
        <a:lstStyle/>
        <a:p>
          <a:endParaRPr lang="en-GB"/>
        </a:p>
      </dgm:t>
    </dgm:pt>
    <dgm:pt modelId="{094FFB81-B0C7-4B43-9C4F-0B39CC9E65FE}" type="sibTrans" cxnId="{E2B65318-44EF-F44A-B4E6-7C4220F62605}">
      <dgm:prSet/>
      <dgm:spPr/>
      <dgm:t>
        <a:bodyPr/>
        <a:lstStyle/>
        <a:p>
          <a:endParaRPr lang="en-GB"/>
        </a:p>
      </dgm:t>
    </dgm:pt>
    <dgm:pt modelId="{8CD4C893-BB88-724C-9BEB-B3025ED37195}">
      <dgm:prSet phldrT="[Text]" custT="1"/>
      <dgm:spPr/>
      <dgm:t>
        <a:bodyPr/>
        <a:lstStyle/>
        <a:p>
          <a:r>
            <a:rPr lang="en-GB" sz="1600" b="1" i="0" dirty="0"/>
            <a:t>Tokenization</a:t>
          </a:r>
          <a:endParaRPr lang="en-GB" sz="1600" dirty="0"/>
        </a:p>
      </dgm:t>
    </dgm:pt>
    <dgm:pt modelId="{7EDC2BEF-293B-794C-95F1-BB10F343C11B}" type="parTrans" cxnId="{070F7018-2D71-A540-85BE-AE0D7DC9260B}">
      <dgm:prSet/>
      <dgm:spPr/>
      <dgm:t>
        <a:bodyPr/>
        <a:lstStyle/>
        <a:p>
          <a:endParaRPr lang="en-GB"/>
        </a:p>
      </dgm:t>
    </dgm:pt>
    <dgm:pt modelId="{26D2E0CD-3AF4-DA47-90AA-1E62D2147F13}" type="sibTrans" cxnId="{070F7018-2D71-A540-85BE-AE0D7DC9260B}">
      <dgm:prSet/>
      <dgm:spPr/>
      <dgm:t>
        <a:bodyPr/>
        <a:lstStyle/>
        <a:p>
          <a:endParaRPr lang="en-GB"/>
        </a:p>
      </dgm:t>
    </dgm:pt>
    <dgm:pt modelId="{8F4E8047-B84A-0345-8A03-1E7F9BFB18D0}">
      <dgm:prSet phldrT="[Text]" custT="1"/>
      <dgm:spPr/>
      <dgm:t>
        <a:bodyPr/>
        <a:lstStyle/>
        <a:p>
          <a:r>
            <a:rPr lang="en-GB" sz="1600" b="1" dirty="0"/>
            <a:t>Stemming/</a:t>
          </a:r>
        </a:p>
        <a:p>
          <a:r>
            <a:rPr lang="en-GB" sz="1600" b="1" dirty="0"/>
            <a:t>Lemmatization</a:t>
          </a:r>
          <a:r>
            <a:rPr lang="en-GB" sz="1600" b="0" dirty="0"/>
            <a:t> </a:t>
          </a:r>
          <a:endParaRPr lang="en-GB" sz="1600" dirty="0"/>
        </a:p>
      </dgm:t>
    </dgm:pt>
    <dgm:pt modelId="{C11F089D-6EF9-0F48-8EDC-92BD31876379}" type="parTrans" cxnId="{2FC50287-741F-F84B-8E63-3D5D511F98B6}">
      <dgm:prSet/>
      <dgm:spPr/>
      <dgm:t>
        <a:bodyPr/>
        <a:lstStyle/>
        <a:p>
          <a:endParaRPr lang="en-GB"/>
        </a:p>
      </dgm:t>
    </dgm:pt>
    <dgm:pt modelId="{E20E00BF-317F-8C46-95B1-4C1778A6DA30}" type="sibTrans" cxnId="{2FC50287-741F-F84B-8E63-3D5D511F98B6}">
      <dgm:prSet/>
      <dgm:spPr/>
      <dgm:t>
        <a:bodyPr/>
        <a:lstStyle/>
        <a:p>
          <a:endParaRPr lang="en-GB"/>
        </a:p>
      </dgm:t>
    </dgm:pt>
    <dgm:pt modelId="{4C9143D2-7E4F-0945-AEF7-8915F776878D}">
      <dgm:prSet custT="1"/>
      <dgm:spPr/>
      <dgm:t>
        <a:bodyPr/>
        <a:lstStyle/>
        <a:p>
          <a:r>
            <a:rPr lang="en-GB" sz="1800" b="1" i="0" dirty="0"/>
            <a:t>Vectorization</a:t>
          </a:r>
          <a:endParaRPr lang="en-GB" sz="1800" dirty="0"/>
        </a:p>
      </dgm:t>
    </dgm:pt>
    <dgm:pt modelId="{D79DC000-A37F-864A-B9B9-50DFE0C63CE6}" type="parTrans" cxnId="{B382E2AE-E9B9-D04B-904B-1D5C1E957C98}">
      <dgm:prSet/>
      <dgm:spPr/>
      <dgm:t>
        <a:bodyPr/>
        <a:lstStyle/>
        <a:p>
          <a:endParaRPr lang="en-GB"/>
        </a:p>
      </dgm:t>
    </dgm:pt>
    <dgm:pt modelId="{27A2731F-092F-7847-89B4-ED77AAFF029E}" type="sibTrans" cxnId="{B382E2AE-E9B9-D04B-904B-1D5C1E957C98}">
      <dgm:prSet/>
      <dgm:spPr/>
      <dgm:t>
        <a:bodyPr/>
        <a:lstStyle/>
        <a:p>
          <a:endParaRPr lang="en-GB"/>
        </a:p>
      </dgm:t>
    </dgm:pt>
    <dgm:pt modelId="{4F1B9901-5DC6-B44B-ACDE-DE5151E53525}" type="pres">
      <dgm:prSet presAssocID="{5C21F692-2DE6-3943-B25D-C7196913C06C}" presName="Name0" presStyleCnt="0">
        <dgm:presLayoutVars>
          <dgm:dir/>
          <dgm:resizeHandles val="exact"/>
        </dgm:presLayoutVars>
      </dgm:prSet>
      <dgm:spPr/>
    </dgm:pt>
    <dgm:pt modelId="{DB4C161E-9B67-304F-B971-C4829D4A621B}" type="pres">
      <dgm:prSet presAssocID="{8DDB2549-2788-AE46-A669-A1C2C6139896}" presName="node" presStyleLbl="node1" presStyleIdx="0" presStyleCnt="4">
        <dgm:presLayoutVars>
          <dgm:bulletEnabled val="1"/>
        </dgm:presLayoutVars>
      </dgm:prSet>
      <dgm:spPr/>
    </dgm:pt>
    <dgm:pt modelId="{967F8E9E-CF6C-BF4D-BCAF-729AACCDAE16}" type="pres">
      <dgm:prSet presAssocID="{094FFB81-B0C7-4B43-9C4F-0B39CC9E65FE}" presName="sibTrans" presStyleLbl="sibTrans2D1" presStyleIdx="0" presStyleCnt="3"/>
      <dgm:spPr/>
    </dgm:pt>
    <dgm:pt modelId="{B919BD27-09B0-B141-BB00-509555292C89}" type="pres">
      <dgm:prSet presAssocID="{094FFB81-B0C7-4B43-9C4F-0B39CC9E65FE}" presName="connectorText" presStyleLbl="sibTrans2D1" presStyleIdx="0" presStyleCnt="3"/>
      <dgm:spPr/>
    </dgm:pt>
    <dgm:pt modelId="{D30BEDB8-BC9D-214C-90DA-E2FFD0E069E7}" type="pres">
      <dgm:prSet presAssocID="{8CD4C893-BB88-724C-9BEB-B3025ED37195}" presName="node" presStyleLbl="node1" presStyleIdx="1" presStyleCnt="4">
        <dgm:presLayoutVars>
          <dgm:bulletEnabled val="1"/>
        </dgm:presLayoutVars>
      </dgm:prSet>
      <dgm:spPr/>
    </dgm:pt>
    <dgm:pt modelId="{D5A7BA95-6375-8E4C-838D-0135D3DA70A7}" type="pres">
      <dgm:prSet presAssocID="{26D2E0CD-3AF4-DA47-90AA-1E62D2147F13}" presName="sibTrans" presStyleLbl="sibTrans2D1" presStyleIdx="1" presStyleCnt="3"/>
      <dgm:spPr/>
    </dgm:pt>
    <dgm:pt modelId="{BDD3880A-13F7-C94F-82B1-0FB36788EE10}" type="pres">
      <dgm:prSet presAssocID="{26D2E0CD-3AF4-DA47-90AA-1E62D2147F13}" presName="connectorText" presStyleLbl="sibTrans2D1" presStyleIdx="1" presStyleCnt="3"/>
      <dgm:spPr/>
    </dgm:pt>
    <dgm:pt modelId="{27495353-A645-E143-A334-0F3C8AA1B6AC}" type="pres">
      <dgm:prSet presAssocID="{8F4E8047-B84A-0345-8A03-1E7F9BFB18D0}" presName="node" presStyleLbl="node1" presStyleIdx="2" presStyleCnt="4">
        <dgm:presLayoutVars>
          <dgm:bulletEnabled val="1"/>
        </dgm:presLayoutVars>
      </dgm:prSet>
      <dgm:spPr/>
    </dgm:pt>
    <dgm:pt modelId="{19A233DF-1B9E-8A40-A518-E0F85D370256}" type="pres">
      <dgm:prSet presAssocID="{E20E00BF-317F-8C46-95B1-4C1778A6DA30}" presName="sibTrans" presStyleLbl="sibTrans2D1" presStyleIdx="2" presStyleCnt="3"/>
      <dgm:spPr/>
    </dgm:pt>
    <dgm:pt modelId="{E4C6CA9B-39B1-524E-94AC-2FAC9D526B8D}" type="pres">
      <dgm:prSet presAssocID="{E20E00BF-317F-8C46-95B1-4C1778A6DA30}" presName="connectorText" presStyleLbl="sibTrans2D1" presStyleIdx="2" presStyleCnt="3"/>
      <dgm:spPr/>
    </dgm:pt>
    <dgm:pt modelId="{C3288812-8F43-EB44-96B4-4D49F0EBF295}" type="pres">
      <dgm:prSet presAssocID="{4C9143D2-7E4F-0945-AEF7-8915F776878D}" presName="node" presStyleLbl="node1" presStyleIdx="3" presStyleCnt="4">
        <dgm:presLayoutVars>
          <dgm:bulletEnabled val="1"/>
        </dgm:presLayoutVars>
      </dgm:prSet>
      <dgm:spPr/>
    </dgm:pt>
  </dgm:ptLst>
  <dgm:cxnLst>
    <dgm:cxn modelId="{070F7018-2D71-A540-85BE-AE0D7DC9260B}" srcId="{5C21F692-2DE6-3943-B25D-C7196913C06C}" destId="{8CD4C893-BB88-724C-9BEB-B3025ED37195}" srcOrd="1" destOrd="0" parTransId="{7EDC2BEF-293B-794C-95F1-BB10F343C11B}" sibTransId="{26D2E0CD-3AF4-DA47-90AA-1E62D2147F13}"/>
    <dgm:cxn modelId="{E2B65318-44EF-F44A-B4E6-7C4220F62605}" srcId="{5C21F692-2DE6-3943-B25D-C7196913C06C}" destId="{8DDB2549-2788-AE46-A669-A1C2C6139896}" srcOrd="0" destOrd="0" parTransId="{1BC4A802-C716-FD43-A04F-363EF766D93E}" sibTransId="{094FFB81-B0C7-4B43-9C4F-0B39CC9E65FE}"/>
    <dgm:cxn modelId="{D09A381D-2243-E946-88BF-8C410DF0291A}" type="presOf" srcId="{8DDB2549-2788-AE46-A669-A1C2C6139896}" destId="{DB4C161E-9B67-304F-B971-C4829D4A621B}" srcOrd="0" destOrd="0" presId="urn:microsoft.com/office/officeart/2005/8/layout/process1"/>
    <dgm:cxn modelId="{40EC2245-8BCD-F448-9150-45B9EA95FB8A}" type="presOf" srcId="{26D2E0CD-3AF4-DA47-90AA-1E62D2147F13}" destId="{D5A7BA95-6375-8E4C-838D-0135D3DA70A7}" srcOrd="0" destOrd="0" presId="urn:microsoft.com/office/officeart/2005/8/layout/process1"/>
    <dgm:cxn modelId="{20D79380-B8AF-6940-8735-4FF58BC4468A}" type="presOf" srcId="{E20E00BF-317F-8C46-95B1-4C1778A6DA30}" destId="{19A233DF-1B9E-8A40-A518-E0F85D370256}" srcOrd="0" destOrd="0" presId="urn:microsoft.com/office/officeart/2005/8/layout/process1"/>
    <dgm:cxn modelId="{2FC50287-741F-F84B-8E63-3D5D511F98B6}" srcId="{5C21F692-2DE6-3943-B25D-C7196913C06C}" destId="{8F4E8047-B84A-0345-8A03-1E7F9BFB18D0}" srcOrd="2" destOrd="0" parTransId="{C11F089D-6EF9-0F48-8EDC-92BD31876379}" sibTransId="{E20E00BF-317F-8C46-95B1-4C1778A6DA30}"/>
    <dgm:cxn modelId="{292E3597-5F80-4740-BE43-0A4770178F2D}" type="presOf" srcId="{8F4E8047-B84A-0345-8A03-1E7F9BFB18D0}" destId="{27495353-A645-E143-A334-0F3C8AA1B6AC}" srcOrd="0" destOrd="0" presId="urn:microsoft.com/office/officeart/2005/8/layout/process1"/>
    <dgm:cxn modelId="{9DE8A4AC-2F5F-1347-BDA0-43BEAAA6889C}" type="presOf" srcId="{8CD4C893-BB88-724C-9BEB-B3025ED37195}" destId="{D30BEDB8-BC9D-214C-90DA-E2FFD0E069E7}" srcOrd="0" destOrd="0" presId="urn:microsoft.com/office/officeart/2005/8/layout/process1"/>
    <dgm:cxn modelId="{542CEEAD-CA85-3646-B1F5-4D1D4F6ACD66}" type="presOf" srcId="{26D2E0CD-3AF4-DA47-90AA-1E62D2147F13}" destId="{BDD3880A-13F7-C94F-82B1-0FB36788EE10}" srcOrd="1" destOrd="0" presId="urn:microsoft.com/office/officeart/2005/8/layout/process1"/>
    <dgm:cxn modelId="{B382E2AE-E9B9-D04B-904B-1D5C1E957C98}" srcId="{5C21F692-2DE6-3943-B25D-C7196913C06C}" destId="{4C9143D2-7E4F-0945-AEF7-8915F776878D}" srcOrd="3" destOrd="0" parTransId="{D79DC000-A37F-864A-B9B9-50DFE0C63CE6}" sibTransId="{27A2731F-092F-7847-89B4-ED77AAFF029E}"/>
    <dgm:cxn modelId="{CD2354CB-ED7F-EF46-95DE-C10D094DF3EC}" type="presOf" srcId="{094FFB81-B0C7-4B43-9C4F-0B39CC9E65FE}" destId="{967F8E9E-CF6C-BF4D-BCAF-729AACCDAE16}" srcOrd="0" destOrd="0" presId="urn:microsoft.com/office/officeart/2005/8/layout/process1"/>
    <dgm:cxn modelId="{2321FCDD-4B03-8547-B90F-EC17E5317BA3}" type="presOf" srcId="{4C9143D2-7E4F-0945-AEF7-8915F776878D}" destId="{C3288812-8F43-EB44-96B4-4D49F0EBF295}" srcOrd="0" destOrd="0" presId="urn:microsoft.com/office/officeart/2005/8/layout/process1"/>
    <dgm:cxn modelId="{E0B7C0E9-42B0-0245-BD12-5E1A3893CB45}" type="presOf" srcId="{5C21F692-2DE6-3943-B25D-C7196913C06C}" destId="{4F1B9901-5DC6-B44B-ACDE-DE5151E53525}" srcOrd="0" destOrd="0" presId="urn:microsoft.com/office/officeart/2005/8/layout/process1"/>
    <dgm:cxn modelId="{58CD01F0-1B5B-DD45-8BCA-65E4B345D801}" type="presOf" srcId="{E20E00BF-317F-8C46-95B1-4C1778A6DA30}" destId="{E4C6CA9B-39B1-524E-94AC-2FAC9D526B8D}" srcOrd="1" destOrd="0" presId="urn:microsoft.com/office/officeart/2005/8/layout/process1"/>
    <dgm:cxn modelId="{27C11BFD-A19E-2140-95C4-02E95AD50763}" type="presOf" srcId="{094FFB81-B0C7-4B43-9C4F-0B39CC9E65FE}" destId="{B919BD27-09B0-B141-BB00-509555292C89}" srcOrd="1" destOrd="0" presId="urn:microsoft.com/office/officeart/2005/8/layout/process1"/>
    <dgm:cxn modelId="{9EF9E7D2-F67F-F645-BEF4-C94B12039E66}" type="presParOf" srcId="{4F1B9901-5DC6-B44B-ACDE-DE5151E53525}" destId="{DB4C161E-9B67-304F-B971-C4829D4A621B}" srcOrd="0" destOrd="0" presId="urn:microsoft.com/office/officeart/2005/8/layout/process1"/>
    <dgm:cxn modelId="{2EC49EA4-42DF-9146-827D-05745ECCBE39}" type="presParOf" srcId="{4F1B9901-5DC6-B44B-ACDE-DE5151E53525}" destId="{967F8E9E-CF6C-BF4D-BCAF-729AACCDAE16}" srcOrd="1" destOrd="0" presId="urn:microsoft.com/office/officeart/2005/8/layout/process1"/>
    <dgm:cxn modelId="{FEB7E1B6-380D-2045-AACC-6DAE8F67542B}" type="presParOf" srcId="{967F8E9E-CF6C-BF4D-BCAF-729AACCDAE16}" destId="{B919BD27-09B0-B141-BB00-509555292C89}" srcOrd="0" destOrd="0" presId="urn:microsoft.com/office/officeart/2005/8/layout/process1"/>
    <dgm:cxn modelId="{8D559557-674F-CD48-A527-3B99DCF63154}" type="presParOf" srcId="{4F1B9901-5DC6-B44B-ACDE-DE5151E53525}" destId="{D30BEDB8-BC9D-214C-90DA-E2FFD0E069E7}" srcOrd="2" destOrd="0" presId="urn:microsoft.com/office/officeart/2005/8/layout/process1"/>
    <dgm:cxn modelId="{BAA9BE89-25D0-7D4B-A87A-1E11E9E879D2}" type="presParOf" srcId="{4F1B9901-5DC6-B44B-ACDE-DE5151E53525}" destId="{D5A7BA95-6375-8E4C-838D-0135D3DA70A7}" srcOrd="3" destOrd="0" presId="urn:microsoft.com/office/officeart/2005/8/layout/process1"/>
    <dgm:cxn modelId="{C5767BCB-DBF5-8543-B763-075104AC3383}" type="presParOf" srcId="{D5A7BA95-6375-8E4C-838D-0135D3DA70A7}" destId="{BDD3880A-13F7-C94F-82B1-0FB36788EE10}" srcOrd="0" destOrd="0" presId="urn:microsoft.com/office/officeart/2005/8/layout/process1"/>
    <dgm:cxn modelId="{BACC84EB-E517-E04B-936F-80DA3AF3E883}" type="presParOf" srcId="{4F1B9901-5DC6-B44B-ACDE-DE5151E53525}" destId="{27495353-A645-E143-A334-0F3C8AA1B6AC}" srcOrd="4" destOrd="0" presId="urn:microsoft.com/office/officeart/2005/8/layout/process1"/>
    <dgm:cxn modelId="{2EC21794-5CAA-024B-9505-40338428DF07}" type="presParOf" srcId="{4F1B9901-5DC6-B44B-ACDE-DE5151E53525}" destId="{19A233DF-1B9E-8A40-A518-E0F85D370256}" srcOrd="5" destOrd="0" presId="urn:microsoft.com/office/officeart/2005/8/layout/process1"/>
    <dgm:cxn modelId="{1DB4ECD5-B03F-484E-A5DF-E7089E473870}" type="presParOf" srcId="{19A233DF-1B9E-8A40-A518-E0F85D370256}" destId="{E4C6CA9B-39B1-524E-94AC-2FAC9D526B8D}" srcOrd="0" destOrd="0" presId="urn:microsoft.com/office/officeart/2005/8/layout/process1"/>
    <dgm:cxn modelId="{55C3DCCC-98AC-DC48-934D-7BC2FE5CC0D2}" type="presParOf" srcId="{4F1B9901-5DC6-B44B-ACDE-DE5151E53525}" destId="{C3288812-8F43-EB44-96B4-4D49F0EBF295}"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4C161E-9B67-304F-B971-C4829D4A621B}">
      <dsp:nvSpPr>
        <dsp:cNvPr id="0" name=""/>
        <dsp:cNvSpPr/>
      </dsp:nvSpPr>
      <dsp:spPr>
        <a:xfrm>
          <a:off x="3780" y="947974"/>
          <a:ext cx="1652854" cy="991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dirty="0"/>
            <a:t>Remove noise</a:t>
          </a:r>
        </a:p>
      </dsp:txBody>
      <dsp:txXfrm>
        <a:off x="32826" y="977020"/>
        <a:ext cx="1594762" cy="933620"/>
      </dsp:txXfrm>
    </dsp:sp>
    <dsp:sp modelId="{967F8E9E-CF6C-BF4D-BCAF-729AACCDAE16}">
      <dsp:nvSpPr>
        <dsp:cNvPr id="0" name=""/>
        <dsp:cNvSpPr/>
      </dsp:nvSpPr>
      <dsp:spPr>
        <a:xfrm>
          <a:off x="1821920" y="1238877"/>
          <a:ext cx="350405" cy="409907"/>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1821920" y="1320858"/>
        <a:ext cx="245284" cy="245945"/>
      </dsp:txXfrm>
    </dsp:sp>
    <dsp:sp modelId="{D30BEDB8-BC9D-214C-90DA-E2FFD0E069E7}">
      <dsp:nvSpPr>
        <dsp:cNvPr id="0" name=""/>
        <dsp:cNvSpPr/>
      </dsp:nvSpPr>
      <dsp:spPr>
        <a:xfrm>
          <a:off x="2317776" y="947974"/>
          <a:ext cx="1652854" cy="991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i="0" kern="1200" dirty="0"/>
            <a:t>Tokenization</a:t>
          </a:r>
          <a:endParaRPr lang="en-GB" sz="1600" kern="1200" dirty="0"/>
        </a:p>
      </dsp:txBody>
      <dsp:txXfrm>
        <a:off x="2346822" y="977020"/>
        <a:ext cx="1594762" cy="933620"/>
      </dsp:txXfrm>
    </dsp:sp>
    <dsp:sp modelId="{D5A7BA95-6375-8E4C-838D-0135D3DA70A7}">
      <dsp:nvSpPr>
        <dsp:cNvPr id="0" name=""/>
        <dsp:cNvSpPr/>
      </dsp:nvSpPr>
      <dsp:spPr>
        <a:xfrm>
          <a:off x="4135916" y="1238877"/>
          <a:ext cx="350405" cy="409907"/>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4135916" y="1320858"/>
        <a:ext cx="245284" cy="245945"/>
      </dsp:txXfrm>
    </dsp:sp>
    <dsp:sp modelId="{27495353-A645-E143-A334-0F3C8AA1B6AC}">
      <dsp:nvSpPr>
        <dsp:cNvPr id="0" name=""/>
        <dsp:cNvSpPr/>
      </dsp:nvSpPr>
      <dsp:spPr>
        <a:xfrm>
          <a:off x="4631772" y="947974"/>
          <a:ext cx="1652854" cy="991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b="1" kern="1200" dirty="0"/>
            <a:t>Stemming/</a:t>
          </a:r>
        </a:p>
        <a:p>
          <a:pPr marL="0" lvl="0" indent="0" algn="ctr" defTabSz="711200">
            <a:lnSpc>
              <a:spcPct val="90000"/>
            </a:lnSpc>
            <a:spcBef>
              <a:spcPct val="0"/>
            </a:spcBef>
            <a:spcAft>
              <a:spcPct val="35000"/>
            </a:spcAft>
            <a:buNone/>
          </a:pPr>
          <a:r>
            <a:rPr lang="en-GB" sz="1600" b="1" kern="1200" dirty="0"/>
            <a:t>Lemmatization</a:t>
          </a:r>
          <a:r>
            <a:rPr lang="en-GB" sz="1600" b="0" kern="1200" dirty="0"/>
            <a:t> </a:t>
          </a:r>
          <a:endParaRPr lang="en-GB" sz="1600" kern="1200" dirty="0"/>
        </a:p>
      </dsp:txBody>
      <dsp:txXfrm>
        <a:off x="4660818" y="977020"/>
        <a:ext cx="1594762" cy="933620"/>
      </dsp:txXfrm>
    </dsp:sp>
    <dsp:sp modelId="{19A233DF-1B9E-8A40-A518-E0F85D370256}">
      <dsp:nvSpPr>
        <dsp:cNvPr id="0" name=""/>
        <dsp:cNvSpPr/>
      </dsp:nvSpPr>
      <dsp:spPr>
        <a:xfrm>
          <a:off x="6449912" y="1238877"/>
          <a:ext cx="350405" cy="409907"/>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a:p>
      </dsp:txBody>
      <dsp:txXfrm>
        <a:off x="6449912" y="1320858"/>
        <a:ext cx="245284" cy="245945"/>
      </dsp:txXfrm>
    </dsp:sp>
    <dsp:sp modelId="{C3288812-8F43-EB44-96B4-4D49F0EBF295}">
      <dsp:nvSpPr>
        <dsp:cNvPr id="0" name=""/>
        <dsp:cNvSpPr/>
      </dsp:nvSpPr>
      <dsp:spPr>
        <a:xfrm>
          <a:off x="6945769" y="947974"/>
          <a:ext cx="1652854" cy="9917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b="1" i="0" kern="1200" dirty="0"/>
            <a:t>Vectorization</a:t>
          </a:r>
          <a:endParaRPr lang="en-GB" sz="1800" kern="1200" dirty="0"/>
        </a:p>
      </dsp:txBody>
      <dsp:txXfrm>
        <a:off x="6974815" y="977020"/>
        <a:ext cx="1594762" cy="93362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D965D1-09F0-4F3B-8A24-D1993AC9C617}" type="datetimeFigureOut">
              <a:rPr lang="en-GB" smtClean="0"/>
              <a:t>03/02/2025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4CC2F7-CEBA-4292-8D5B-B5693DC7851A}" type="slidenum">
              <a:rPr lang="en-GB" smtClean="0"/>
              <a:t>‹#›</a:t>
            </a:fld>
            <a:endParaRPr lang="en-GB"/>
          </a:p>
        </p:txBody>
      </p:sp>
    </p:spTree>
    <p:extLst>
      <p:ext uri="{BB962C8B-B14F-4D97-AF65-F5344CB8AC3E}">
        <p14:creationId xmlns:p14="http://schemas.microsoft.com/office/powerpoint/2010/main" val="2412375277"/>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4CC2F7-CEBA-4292-8D5B-B5693DC7851A}" type="slidenum">
              <a:rPr lang="en-GB" smtClean="0"/>
              <a:t>7</a:t>
            </a:fld>
            <a:endParaRPr lang="en-GB"/>
          </a:p>
        </p:txBody>
      </p:sp>
    </p:spTree>
    <p:extLst>
      <p:ext uri="{BB962C8B-B14F-4D97-AF65-F5344CB8AC3E}">
        <p14:creationId xmlns:p14="http://schemas.microsoft.com/office/powerpoint/2010/main" val="1267478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22222"/>
                </a:solidFill>
                <a:effectLst/>
                <a:latin typeface="Lucida Grande" panose="020B0600040502020204" pitchFamily="34" charset="0"/>
              </a:rPr>
              <a:t> r is the raw string notation</a:t>
            </a:r>
            <a:endParaRPr lang="en-US" dirty="0"/>
          </a:p>
        </p:txBody>
      </p:sp>
      <p:sp>
        <p:nvSpPr>
          <p:cNvPr id="4" name="Slide Number Placeholder 3"/>
          <p:cNvSpPr>
            <a:spLocks noGrp="1"/>
          </p:cNvSpPr>
          <p:nvPr>
            <p:ph type="sldNum" sz="quarter" idx="5"/>
          </p:nvPr>
        </p:nvSpPr>
        <p:spPr/>
        <p:txBody>
          <a:bodyPr/>
          <a:lstStyle/>
          <a:p>
            <a:fld id="{864CC2F7-CEBA-4292-8D5B-B5693DC7851A}" type="slidenum">
              <a:rPr lang="en-GB" smtClean="0"/>
              <a:t>8</a:t>
            </a:fld>
            <a:endParaRPr lang="en-GB"/>
          </a:p>
        </p:txBody>
      </p:sp>
    </p:spTree>
    <p:extLst>
      <p:ext uri="{BB962C8B-B14F-4D97-AF65-F5344CB8AC3E}">
        <p14:creationId xmlns:p14="http://schemas.microsoft.com/office/powerpoint/2010/main" val="2122473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4CC2F7-CEBA-4292-8D5B-B5693DC7851A}" type="slidenum">
              <a:rPr lang="en-GB" smtClean="0"/>
              <a:t>14</a:t>
            </a:fld>
            <a:endParaRPr lang="en-GB"/>
          </a:p>
        </p:txBody>
      </p:sp>
    </p:spTree>
    <p:extLst>
      <p:ext uri="{BB962C8B-B14F-4D97-AF65-F5344CB8AC3E}">
        <p14:creationId xmlns:p14="http://schemas.microsoft.com/office/powerpoint/2010/main" val="234123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4CC2F7-CEBA-4292-8D5B-B5693DC7851A}" type="slidenum">
              <a:rPr lang="en-GB" smtClean="0"/>
              <a:t>15</a:t>
            </a:fld>
            <a:endParaRPr lang="en-GB"/>
          </a:p>
        </p:txBody>
      </p:sp>
    </p:spTree>
    <p:extLst>
      <p:ext uri="{BB962C8B-B14F-4D97-AF65-F5344CB8AC3E}">
        <p14:creationId xmlns:p14="http://schemas.microsoft.com/office/powerpoint/2010/main" val="150328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4CC2F7-CEBA-4292-8D5B-B5693DC7851A}" type="slidenum">
              <a:rPr lang="en-GB" smtClean="0"/>
              <a:t>16</a:t>
            </a:fld>
            <a:endParaRPr lang="en-GB"/>
          </a:p>
        </p:txBody>
      </p:sp>
    </p:spTree>
    <p:extLst>
      <p:ext uri="{BB962C8B-B14F-4D97-AF65-F5344CB8AC3E}">
        <p14:creationId xmlns:p14="http://schemas.microsoft.com/office/powerpoint/2010/main" val="79546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4CC2F7-CEBA-4292-8D5B-B5693DC7851A}" type="slidenum">
              <a:rPr lang="en-GB" smtClean="0"/>
              <a:t>23</a:t>
            </a:fld>
            <a:endParaRPr lang="en-GB"/>
          </a:p>
        </p:txBody>
      </p:sp>
    </p:spTree>
    <p:extLst>
      <p:ext uri="{BB962C8B-B14F-4D97-AF65-F5344CB8AC3E}">
        <p14:creationId xmlns:p14="http://schemas.microsoft.com/office/powerpoint/2010/main" val="3538714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4CC2F7-CEBA-4292-8D5B-B5693DC7851A}" type="slidenum">
              <a:rPr lang="en-GB" smtClean="0"/>
              <a:t>24</a:t>
            </a:fld>
            <a:endParaRPr lang="en-GB"/>
          </a:p>
        </p:txBody>
      </p:sp>
    </p:spTree>
    <p:extLst>
      <p:ext uri="{BB962C8B-B14F-4D97-AF65-F5344CB8AC3E}">
        <p14:creationId xmlns:p14="http://schemas.microsoft.com/office/powerpoint/2010/main" val="1968516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64CC2F7-CEBA-4292-8D5B-B5693DC7851A}" type="slidenum">
              <a:rPr lang="en-GB" smtClean="0"/>
              <a:t>26</a:t>
            </a:fld>
            <a:endParaRPr lang="en-GB"/>
          </a:p>
        </p:txBody>
      </p:sp>
    </p:spTree>
    <p:extLst>
      <p:ext uri="{BB962C8B-B14F-4D97-AF65-F5344CB8AC3E}">
        <p14:creationId xmlns:p14="http://schemas.microsoft.com/office/powerpoint/2010/main" val="27533863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8EAF35-B282-C64B-9939-0CB36884920A}" type="slidenum">
              <a:rPr lang="en-US" smtClean="0"/>
              <a:t>27</a:t>
            </a:fld>
            <a:endParaRPr lang="en-US" dirty="0"/>
          </a:p>
        </p:txBody>
      </p:sp>
    </p:spTree>
    <p:extLst>
      <p:ext uri="{BB962C8B-B14F-4D97-AF65-F5344CB8AC3E}">
        <p14:creationId xmlns:p14="http://schemas.microsoft.com/office/powerpoint/2010/main" val="32913296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White and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AB37060B-686F-3442-80BA-248BBD092018}" type="datetime1">
              <a:rPr lang="en-GB" smtClean="0"/>
              <a:t>03/02/2025</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2572744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8D20B69-EE1D-CE4B-99A9-298229B2AFC9}" type="datetime1">
              <a:rPr lang="en-GB" smtClean="0"/>
              <a:t>03/02/2025</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6715800" y="4361092"/>
            <a:ext cx="2057400" cy="273844"/>
          </a:xfrm>
        </p:spPr>
        <p:txBody>
          <a:bodyPr/>
          <a:lstStyle/>
          <a:p>
            <a:endParaRPr lang="en-GB"/>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86789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White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EC0E44-31DD-4789-86DE-B6E31155F116}"/>
              </a:ext>
            </a:extLst>
          </p:cNvPr>
          <p:cNvSpPr/>
          <p:nvPr userDrawn="1"/>
        </p:nvSpPr>
        <p:spPr>
          <a:xfrm>
            <a:off x="5708650" y="-3175"/>
            <a:ext cx="3435350" cy="5146675"/>
          </a:xfrm>
          <a:custGeom>
            <a:avLst/>
            <a:gdLst>
              <a:gd name="connsiteX0" fmla="*/ 0 w 3435350"/>
              <a:gd name="connsiteY0" fmla="*/ 0 h 5143500"/>
              <a:gd name="connsiteX1" fmla="*/ 3435350 w 3435350"/>
              <a:gd name="connsiteY1" fmla="*/ 0 h 5143500"/>
              <a:gd name="connsiteX2" fmla="*/ 3435350 w 3435350"/>
              <a:gd name="connsiteY2" fmla="*/ 5143500 h 5143500"/>
              <a:gd name="connsiteX3" fmla="*/ 0 w 3435350"/>
              <a:gd name="connsiteY3" fmla="*/ 5143500 h 5143500"/>
              <a:gd name="connsiteX4" fmla="*/ 0 w 3435350"/>
              <a:gd name="connsiteY4" fmla="*/ 0 h 5143500"/>
              <a:gd name="connsiteX0" fmla="*/ 1476375 w 3435350"/>
              <a:gd name="connsiteY0" fmla="*/ 0 h 5248275"/>
              <a:gd name="connsiteX1" fmla="*/ 3435350 w 3435350"/>
              <a:gd name="connsiteY1" fmla="*/ 104775 h 5248275"/>
              <a:gd name="connsiteX2" fmla="*/ 3435350 w 3435350"/>
              <a:gd name="connsiteY2" fmla="*/ 5248275 h 5248275"/>
              <a:gd name="connsiteX3" fmla="*/ 0 w 3435350"/>
              <a:gd name="connsiteY3" fmla="*/ 5248275 h 5248275"/>
              <a:gd name="connsiteX4" fmla="*/ 1476375 w 3435350"/>
              <a:gd name="connsiteY4" fmla="*/ 0 h 5248275"/>
              <a:gd name="connsiteX0" fmla="*/ 1190625 w 3435350"/>
              <a:gd name="connsiteY0" fmla="*/ 0 h 5162550"/>
              <a:gd name="connsiteX1" fmla="*/ 3435350 w 3435350"/>
              <a:gd name="connsiteY1" fmla="*/ 19050 h 5162550"/>
              <a:gd name="connsiteX2" fmla="*/ 3435350 w 3435350"/>
              <a:gd name="connsiteY2" fmla="*/ 5162550 h 5162550"/>
              <a:gd name="connsiteX3" fmla="*/ 0 w 3435350"/>
              <a:gd name="connsiteY3" fmla="*/ 5162550 h 5162550"/>
              <a:gd name="connsiteX4" fmla="*/ 1190625 w 3435350"/>
              <a:gd name="connsiteY4" fmla="*/ 0 h 5162550"/>
              <a:gd name="connsiteX0" fmla="*/ 11938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3800 w 3435350"/>
              <a:gd name="connsiteY4" fmla="*/ 0 h 5146675"/>
              <a:gd name="connsiteX0" fmla="*/ 12192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219200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5350" h="5146675">
                <a:moveTo>
                  <a:pt x="1190625" y="0"/>
                </a:moveTo>
                <a:lnTo>
                  <a:pt x="3435350" y="3175"/>
                </a:lnTo>
                <a:lnTo>
                  <a:pt x="3435350" y="5146675"/>
                </a:lnTo>
                <a:lnTo>
                  <a:pt x="0" y="5146675"/>
                </a:lnTo>
                <a:lnTo>
                  <a:pt x="1190625" y="0"/>
                </a:lnTo>
                <a:close/>
              </a:path>
            </a:pathLst>
          </a:custGeom>
          <a:blipFill>
            <a:blip r:embed="rId3"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64594823-EEF5-D744-A95A-D65C2DD0F477}" type="datetime1">
              <a:rPr lang="en-GB" smtClean="0"/>
              <a:t>03/02/2025</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3165264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White (Insert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8C5F6C3C-0ACF-6341-BAB7-4E79AC85691F}" type="datetime1">
              <a:rPr lang="en-GB" smtClean="0"/>
              <a:t>03/02/2025</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1" name="Picture Placeholder 8">
            <a:extLst>
              <a:ext uri="{FF2B5EF4-FFF2-40B4-BE49-F238E27FC236}">
                <a16:creationId xmlns:a16="http://schemas.microsoft.com/office/drawing/2014/main" id="{07491796-214B-45DE-99F8-B1AF36C957CE}"/>
              </a:ext>
            </a:extLst>
          </p:cNvPr>
          <p:cNvSpPr>
            <a:spLocks noGrp="1"/>
          </p:cNvSpPr>
          <p:nvPr>
            <p:ph type="pic" sz="quarter" idx="13"/>
          </p:nvPr>
        </p:nvSpPr>
        <p:spPr>
          <a:xfrm>
            <a:off x="5682354" y="0"/>
            <a:ext cx="3461646" cy="5143858"/>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 name="connsiteX0" fmla="*/ 0 w 3469436"/>
              <a:gd name="connsiteY0" fmla="*/ 5155434 h 5155434"/>
              <a:gd name="connsiteX1" fmla="*/ 1183466 w 3469436"/>
              <a:gd name="connsiteY1" fmla="*/ 1 h 5155434"/>
              <a:gd name="connsiteX2" fmla="*/ 3460649 w 3469436"/>
              <a:gd name="connsiteY2" fmla="*/ 0 h 5155434"/>
              <a:gd name="connsiteX3" fmla="*/ 3469376 w 3469436"/>
              <a:gd name="connsiteY3" fmla="*/ 5155075 h 5155434"/>
              <a:gd name="connsiteX4" fmla="*/ 0 w 3469436"/>
              <a:gd name="connsiteY4" fmla="*/ 5155434 h 515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434">
                <a:moveTo>
                  <a:pt x="0" y="5155434"/>
                </a:moveTo>
                <a:lnTo>
                  <a:pt x="1183466" y="1"/>
                </a:lnTo>
                <a:lnTo>
                  <a:pt x="3460649" y="0"/>
                </a:lnTo>
                <a:cubicBezTo>
                  <a:pt x="3459700" y="1716429"/>
                  <a:pt x="3470325" y="3438646"/>
                  <a:pt x="3469376" y="5155075"/>
                </a:cubicBezTo>
                <a:lnTo>
                  <a:pt x="0" y="5155434"/>
                </a:lnTo>
                <a:close/>
              </a:path>
            </a:pathLst>
          </a:custGeom>
          <a:noFill/>
        </p:spPr>
        <p:txBody>
          <a:bodyPr/>
          <a:lstStyle/>
          <a:p>
            <a:r>
              <a:rPr lang="en-GB"/>
              <a:t>Click icon to add picture</a:t>
            </a:r>
            <a:endParaRPr lang="en-US" dirty="0"/>
          </a:p>
        </p:txBody>
      </p:sp>
    </p:spTree>
    <p:extLst>
      <p:ext uri="{BB962C8B-B14F-4D97-AF65-F5344CB8AC3E}">
        <p14:creationId xmlns:p14="http://schemas.microsoft.com/office/powerpoint/2010/main" val="2659589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Colour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A903D7F4-2AD2-4C9C-9330-C03E0E70D3F1}"/>
              </a:ext>
            </a:extLst>
          </p:cNvPr>
          <p:cNvSpPr/>
          <p:nvPr userDrawn="1"/>
        </p:nvSpPr>
        <p:spPr>
          <a:xfrm>
            <a:off x="5708650" y="-3175"/>
            <a:ext cx="3435350" cy="5146675"/>
          </a:xfrm>
          <a:custGeom>
            <a:avLst/>
            <a:gdLst>
              <a:gd name="connsiteX0" fmla="*/ 0 w 3435350"/>
              <a:gd name="connsiteY0" fmla="*/ 0 h 5143500"/>
              <a:gd name="connsiteX1" fmla="*/ 3435350 w 3435350"/>
              <a:gd name="connsiteY1" fmla="*/ 0 h 5143500"/>
              <a:gd name="connsiteX2" fmla="*/ 3435350 w 3435350"/>
              <a:gd name="connsiteY2" fmla="*/ 5143500 h 5143500"/>
              <a:gd name="connsiteX3" fmla="*/ 0 w 3435350"/>
              <a:gd name="connsiteY3" fmla="*/ 5143500 h 5143500"/>
              <a:gd name="connsiteX4" fmla="*/ 0 w 3435350"/>
              <a:gd name="connsiteY4" fmla="*/ 0 h 5143500"/>
              <a:gd name="connsiteX0" fmla="*/ 1476375 w 3435350"/>
              <a:gd name="connsiteY0" fmla="*/ 0 h 5248275"/>
              <a:gd name="connsiteX1" fmla="*/ 3435350 w 3435350"/>
              <a:gd name="connsiteY1" fmla="*/ 104775 h 5248275"/>
              <a:gd name="connsiteX2" fmla="*/ 3435350 w 3435350"/>
              <a:gd name="connsiteY2" fmla="*/ 5248275 h 5248275"/>
              <a:gd name="connsiteX3" fmla="*/ 0 w 3435350"/>
              <a:gd name="connsiteY3" fmla="*/ 5248275 h 5248275"/>
              <a:gd name="connsiteX4" fmla="*/ 1476375 w 3435350"/>
              <a:gd name="connsiteY4" fmla="*/ 0 h 5248275"/>
              <a:gd name="connsiteX0" fmla="*/ 1190625 w 3435350"/>
              <a:gd name="connsiteY0" fmla="*/ 0 h 5162550"/>
              <a:gd name="connsiteX1" fmla="*/ 3435350 w 3435350"/>
              <a:gd name="connsiteY1" fmla="*/ 19050 h 5162550"/>
              <a:gd name="connsiteX2" fmla="*/ 3435350 w 3435350"/>
              <a:gd name="connsiteY2" fmla="*/ 5162550 h 5162550"/>
              <a:gd name="connsiteX3" fmla="*/ 0 w 3435350"/>
              <a:gd name="connsiteY3" fmla="*/ 5162550 h 5162550"/>
              <a:gd name="connsiteX4" fmla="*/ 1190625 w 3435350"/>
              <a:gd name="connsiteY4" fmla="*/ 0 h 5162550"/>
              <a:gd name="connsiteX0" fmla="*/ 11938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3800 w 3435350"/>
              <a:gd name="connsiteY4" fmla="*/ 0 h 5146675"/>
              <a:gd name="connsiteX0" fmla="*/ 12192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219200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5350" h="5146675">
                <a:moveTo>
                  <a:pt x="1190625" y="0"/>
                </a:moveTo>
                <a:lnTo>
                  <a:pt x="3435350" y="3175"/>
                </a:lnTo>
                <a:lnTo>
                  <a:pt x="3435350" y="5146675"/>
                </a:lnTo>
                <a:lnTo>
                  <a:pt x="0" y="5146675"/>
                </a:lnTo>
                <a:lnTo>
                  <a:pt x="1190625" y="0"/>
                </a:lnTo>
                <a:close/>
              </a:path>
            </a:pathLst>
          </a:custGeom>
          <a:blipFill>
            <a:blip r:embed="rId3"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solidFill>
                  <a:schemeClr val="tx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a:solidFill>
                  <a:schemeClr val="tx1"/>
                </a:solidFill>
              </a:defRPr>
            </a:lvl1pPr>
          </a:lstStyle>
          <a:p>
            <a:fld id="{1224C39D-9DCC-DD4C-923A-BF8DBCF211B1}" type="datetime1">
              <a:rPr lang="en-GB" smtClean="0"/>
              <a:t>03/02/2025</a:t>
            </a:fld>
            <a:endParaRPr lang="en-GB" dirty="0"/>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a:solidFill>
                  <a:schemeClr val="tx1"/>
                </a:solidFill>
              </a:defRPr>
            </a:lvl1pPr>
          </a:lstStyle>
          <a:p>
            <a:fld id="{67DE1CF8-1877-4310-8670-A269E8016CAC}" type="slidenum">
              <a:rPr lang="en-GB" smtClean="0"/>
              <a:pPr/>
              <a:t>‹#›</a:t>
            </a:fld>
            <a:endParaRPr lang="en-GB" dirty="0"/>
          </a:p>
        </p:txBody>
      </p:sp>
    </p:spTree>
    <p:extLst>
      <p:ext uri="{BB962C8B-B14F-4D97-AF65-F5344CB8AC3E}">
        <p14:creationId xmlns:p14="http://schemas.microsoft.com/office/powerpoint/2010/main" val="1742160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Colour (Insert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solidFill>
                  <a:schemeClr val="tx1"/>
                </a:solidFill>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a:solidFill>
                  <a:schemeClr val="tx1"/>
                </a:solidFill>
              </a:defRPr>
            </a:lvl1pPr>
          </a:lstStyle>
          <a:p>
            <a:fld id="{B8B6D806-F41B-9D42-A86F-C4934D2A2945}" type="datetime1">
              <a:rPr lang="en-GB" smtClean="0"/>
              <a:t>03/02/2025</a:t>
            </a:fld>
            <a:endParaRPr lang="en-GB" dirty="0"/>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a:solidFill>
                  <a:schemeClr val="tx1"/>
                </a:solidFill>
              </a:defRPr>
            </a:lvl1pPr>
          </a:lstStyle>
          <a:p>
            <a:fld id="{67DE1CF8-1877-4310-8670-A269E8016CAC}" type="slidenum">
              <a:rPr lang="en-GB" smtClean="0"/>
              <a:pPr/>
              <a:t>‹#›</a:t>
            </a:fld>
            <a:endParaRPr lang="en-GB" dirty="0"/>
          </a:p>
        </p:txBody>
      </p:sp>
      <p:sp>
        <p:nvSpPr>
          <p:cNvPr id="7" name="Picture Placeholder 8">
            <a:extLst>
              <a:ext uri="{FF2B5EF4-FFF2-40B4-BE49-F238E27FC236}">
                <a16:creationId xmlns:a16="http://schemas.microsoft.com/office/drawing/2014/main" id="{558EBCF5-E0AC-439B-A35D-E3E76706493D}"/>
              </a:ext>
            </a:extLst>
          </p:cNvPr>
          <p:cNvSpPr>
            <a:spLocks noGrp="1"/>
          </p:cNvSpPr>
          <p:nvPr>
            <p:ph type="pic" sz="quarter" idx="13"/>
          </p:nvPr>
        </p:nvSpPr>
        <p:spPr>
          <a:xfrm>
            <a:off x="5682354" y="0"/>
            <a:ext cx="3461646" cy="5143858"/>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 name="connsiteX0" fmla="*/ 0 w 3469436"/>
              <a:gd name="connsiteY0" fmla="*/ 5155434 h 5155434"/>
              <a:gd name="connsiteX1" fmla="*/ 1183466 w 3469436"/>
              <a:gd name="connsiteY1" fmla="*/ 1 h 5155434"/>
              <a:gd name="connsiteX2" fmla="*/ 3460649 w 3469436"/>
              <a:gd name="connsiteY2" fmla="*/ 0 h 5155434"/>
              <a:gd name="connsiteX3" fmla="*/ 3469376 w 3469436"/>
              <a:gd name="connsiteY3" fmla="*/ 5155075 h 5155434"/>
              <a:gd name="connsiteX4" fmla="*/ 0 w 3469436"/>
              <a:gd name="connsiteY4" fmla="*/ 5155434 h 515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434">
                <a:moveTo>
                  <a:pt x="0" y="5155434"/>
                </a:moveTo>
                <a:lnTo>
                  <a:pt x="1183466" y="1"/>
                </a:lnTo>
                <a:lnTo>
                  <a:pt x="3460649" y="0"/>
                </a:lnTo>
                <a:cubicBezTo>
                  <a:pt x="3459700" y="1716429"/>
                  <a:pt x="3470325" y="3438646"/>
                  <a:pt x="3469376" y="5155075"/>
                </a:cubicBezTo>
                <a:lnTo>
                  <a:pt x="0" y="5155434"/>
                </a:lnTo>
                <a:close/>
              </a:path>
            </a:pathLst>
          </a:custGeom>
          <a:noFill/>
        </p:spPr>
        <p:txBody>
          <a:bodyPr/>
          <a:lstStyle/>
          <a:p>
            <a:r>
              <a:rPr lang="en-GB"/>
              <a:t>Click icon to add picture</a:t>
            </a:r>
            <a:endParaRPr lang="en-US" dirty="0"/>
          </a:p>
        </p:txBody>
      </p:sp>
    </p:spTree>
    <p:extLst>
      <p:ext uri="{BB962C8B-B14F-4D97-AF65-F5344CB8AC3E}">
        <p14:creationId xmlns:p14="http://schemas.microsoft.com/office/powerpoint/2010/main" val="579066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680400"/>
            <a:ext cx="5259600" cy="1101600"/>
          </a:xfrm>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825200"/>
            <a:ext cx="5259600" cy="250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F14D97E6-DE53-DC4E-A046-A30DE20D626F}" type="datetime1">
              <a:rPr lang="en-GB" smtClean="0"/>
              <a:t>03/02/2025</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7" name="Picture Placeholder 8">
            <a:extLst>
              <a:ext uri="{FF2B5EF4-FFF2-40B4-BE49-F238E27FC236}">
                <a16:creationId xmlns:a16="http://schemas.microsoft.com/office/drawing/2014/main" id="{F8083C25-9322-4123-BA6A-1F002C5AC178}"/>
              </a:ext>
            </a:extLst>
          </p:cNvPr>
          <p:cNvSpPr>
            <a:spLocks noGrp="1"/>
          </p:cNvSpPr>
          <p:nvPr>
            <p:ph type="pic" sz="quarter" idx="13"/>
          </p:nvPr>
        </p:nvSpPr>
        <p:spPr>
          <a:xfrm>
            <a:off x="5682354" y="0"/>
            <a:ext cx="3461646" cy="5143500"/>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075">
                <a:moveTo>
                  <a:pt x="0" y="5143500"/>
                </a:moveTo>
                <a:lnTo>
                  <a:pt x="1183466" y="1"/>
                </a:lnTo>
                <a:lnTo>
                  <a:pt x="3460649" y="0"/>
                </a:lnTo>
                <a:cubicBezTo>
                  <a:pt x="3459700" y="1716429"/>
                  <a:pt x="3470325" y="3438646"/>
                  <a:pt x="3469376" y="5155075"/>
                </a:cubicBezTo>
                <a:lnTo>
                  <a:pt x="0" y="5143500"/>
                </a:lnTo>
                <a:close/>
              </a:path>
            </a:pathLst>
          </a:custGeom>
          <a:noFill/>
        </p:spPr>
        <p:txBody>
          <a:bodyPr/>
          <a:lstStyle/>
          <a:p>
            <a:r>
              <a:rPr lang="en-GB"/>
              <a:t>Click icon to add picture</a:t>
            </a:r>
            <a:endParaRPr lang="en-US" dirty="0"/>
          </a:p>
        </p:txBody>
      </p:sp>
    </p:spTree>
    <p:extLst>
      <p:ext uri="{BB962C8B-B14F-4D97-AF65-F5344CB8AC3E}">
        <p14:creationId xmlns:p14="http://schemas.microsoft.com/office/powerpoint/2010/main" val="70732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A3053E6F-F562-4865-866C-DA32BD24462E}"/>
              </a:ext>
            </a:extLst>
          </p:cNvPr>
          <p:cNvSpPr>
            <a:spLocks noGrp="1"/>
          </p:cNvSpPr>
          <p:nvPr>
            <p:ph sz="half" idx="2"/>
          </p:nvPr>
        </p:nvSpPr>
        <p:spPr>
          <a:xfrm>
            <a:off x="4629150" y="1369219"/>
            <a:ext cx="4144050" cy="28884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89ACF96D-075F-D14A-8499-85BD88D7090E}" type="datetime1">
              <a:rPr lang="en-GB" smtClean="0"/>
              <a:t>03/02/2025</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3654266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81E23CA6-6012-3F4F-9526-DE25FC42459C}" type="datetime1">
              <a:rPr lang="en-GB" smtClean="0"/>
              <a:t>03/02/2025</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Picture Placeholder 8">
            <a:extLst>
              <a:ext uri="{FF2B5EF4-FFF2-40B4-BE49-F238E27FC236}">
                <a16:creationId xmlns:a16="http://schemas.microsoft.com/office/drawing/2014/main" id="{124EC5BB-E888-4D27-BEC1-966A6DA6EAE2}"/>
              </a:ext>
            </a:extLst>
          </p:cNvPr>
          <p:cNvSpPr>
            <a:spLocks noGrp="1"/>
          </p:cNvSpPr>
          <p:nvPr>
            <p:ph type="pic" sz="quarter" idx="13"/>
          </p:nvPr>
        </p:nvSpPr>
        <p:spPr>
          <a:xfrm>
            <a:off x="4629600" y="1369219"/>
            <a:ext cx="4143600" cy="2888456"/>
          </a:xfrm>
        </p:spPr>
        <p:txBody>
          <a:bodyPr/>
          <a:lstStyle>
            <a:lvl1pPr>
              <a:defRPr/>
            </a:lvl1pPr>
          </a:lstStyle>
          <a:p>
            <a:r>
              <a:rPr lang="en-GB"/>
              <a:t>Click icon to add picture</a:t>
            </a:r>
            <a:endParaRPr lang="en-GB" dirty="0"/>
          </a:p>
        </p:txBody>
      </p:sp>
    </p:spTree>
    <p:extLst>
      <p:ext uri="{BB962C8B-B14F-4D97-AF65-F5344CB8AC3E}">
        <p14:creationId xmlns:p14="http://schemas.microsoft.com/office/powerpoint/2010/main" val="1119548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C913EE-2727-4AD5-A4F4-2BB171BD1452}"/>
              </a:ext>
            </a:extLst>
          </p:cNvPr>
          <p:cNvSpPr/>
          <p:nvPr userDrawn="1"/>
        </p:nvSpPr>
        <p:spPr>
          <a:xfrm>
            <a:off x="0" y="0"/>
            <a:ext cx="9144000" cy="42243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4">
            <a:extLst>
              <a:ext uri="{FF2B5EF4-FFF2-40B4-BE49-F238E27FC236}">
                <a16:creationId xmlns:a16="http://schemas.microsoft.com/office/drawing/2014/main" id="{98CD2CEE-C7C6-454F-BABA-D3C681293B7D}"/>
              </a:ext>
            </a:extLst>
          </p:cNvPr>
          <p:cNvSpPr>
            <a:spLocks noGrp="1"/>
          </p:cNvSpPr>
          <p:nvPr>
            <p:ph type="pic" sz="quarter" idx="13"/>
          </p:nvPr>
        </p:nvSpPr>
        <p:spPr>
          <a:xfrm>
            <a:off x="370800" y="335674"/>
            <a:ext cx="8402400" cy="3553088"/>
          </a:xfrm>
          <a:prstGeom prst="rect">
            <a:avLst/>
          </a:prstGeom>
        </p:spPr>
        <p:txBody>
          <a:bodyPr/>
          <a:lstStyle>
            <a:lvl1pPr>
              <a:defRPr/>
            </a:lvl1pPr>
          </a:lstStyle>
          <a:p>
            <a:r>
              <a:rPr lang="en-GB"/>
              <a:t>Click icon to add picture</a:t>
            </a:r>
            <a:endParaRPr lang="en-US" dirty="0"/>
          </a:p>
        </p:txBody>
      </p:sp>
      <p:sp>
        <p:nvSpPr>
          <p:cNvPr id="3" name="Date Placeholder 2">
            <a:extLst>
              <a:ext uri="{FF2B5EF4-FFF2-40B4-BE49-F238E27FC236}">
                <a16:creationId xmlns:a16="http://schemas.microsoft.com/office/drawing/2014/main" id="{E10179F0-3632-4679-B6A5-46A0CB570E33}"/>
              </a:ext>
            </a:extLst>
          </p:cNvPr>
          <p:cNvSpPr>
            <a:spLocks noGrp="1"/>
          </p:cNvSpPr>
          <p:nvPr>
            <p:ph type="dt" sz="half" idx="10"/>
          </p:nvPr>
        </p:nvSpPr>
        <p:spPr/>
        <p:txBody>
          <a:bodyPr/>
          <a:lstStyle/>
          <a:p>
            <a:fld id="{754132EC-42A4-EA47-8AFF-D7C973EC8D15}" type="datetime1">
              <a:rPr lang="en-GB" smtClean="0"/>
              <a:t>03/02/2025</a:t>
            </a:fld>
            <a:endParaRPr lang="en-GB"/>
          </a:p>
        </p:txBody>
      </p:sp>
      <p:sp>
        <p:nvSpPr>
          <p:cNvPr id="4" name="Footer Placeholder 3">
            <a:extLst>
              <a:ext uri="{FF2B5EF4-FFF2-40B4-BE49-F238E27FC236}">
                <a16:creationId xmlns:a16="http://schemas.microsoft.com/office/drawing/2014/main" id="{DD3D66F0-0409-41B5-8F0F-17515FC29F6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2F6746-0473-414F-B00B-B98335701938}"/>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itle 1">
            <a:extLst>
              <a:ext uri="{FF2B5EF4-FFF2-40B4-BE49-F238E27FC236}">
                <a16:creationId xmlns:a16="http://schemas.microsoft.com/office/drawing/2014/main" id="{E5AB8804-944C-44FE-AC90-21977F1B78F3}"/>
              </a:ext>
            </a:extLst>
          </p:cNvPr>
          <p:cNvSpPr>
            <a:spLocks noGrp="1"/>
          </p:cNvSpPr>
          <p:nvPr>
            <p:ph type="title" hasCustomPrompt="1"/>
          </p:nvPr>
        </p:nvSpPr>
        <p:spPr>
          <a:xfrm>
            <a:off x="5628824" y="4348122"/>
            <a:ext cx="3143250" cy="690297"/>
          </a:xfrm>
        </p:spPr>
        <p:txBody>
          <a:bodyPr anchor="b"/>
          <a:lstStyle>
            <a:lvl1pPr>
              <a:defRPr sz="2400"/>
            </a:lvl1pPr>
          </a:lstStyle>
          <a:p>
            <a:r>
              <a:rPr lang="en-US" dirty="0"/>
              <a:t>Click to add</a:t>
            </a:r>
            <a:br>
              <a:rPr lang="en-US" dirty="0"/>
            </a:br>
            <a:r>
              <a:rPr lang="en-US" dirty="0"/>
              <a:t>image caption</a:t>
            </a:r>
            <a:endParaRPr lang="en-GB" dirty="0"/>
          </a:p>
        </p:txBody>
      </p:sp>
    </p:spTree>
    <p:extLst>
      <p:ext uri="{BB962C8B-B14F-4D97-AF65-F5344CB8AC3E}">
        <p14:creationId xmlns:p14="http://schemas.microsoft.com/office/powerpoint/2010/main" val="1853993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Blee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E666FB1-7EB8-48D4-BBC6-25C76E69EA69}"/>
              </a:ext>
            </a:extLst>
          </p:cNvPr>
          <p:cNvSpPr>
            <a:spLocks noGrp="1"/>
          </p:cNvSpPr>
          <p:nvPr>
            <p:ph type="dt" sz="half" idx="10"/>
          </p:nvPr>
        </p:nvSpPr>
        <p:spPr/>
        <p:txBody>
          <a:bodyPr/>
          <a:lstStyle/>
          <a:p>
            <a:fld id="{8DE2C756-9192-C640-8DEA-2D4B7370BDC1}" type="datetime1">
              <a:rPr lang="en-GB" smtClean="0"/>
              <a:t>03/02/2025</a:t>
            </a:fld>
            <a:endParaRPr lang="en-GB" dirty="0"/>
          </a:p>
        </p:txBody>
      </p:sp>
      <p:sp>
        <p:nvSpPr>
          <p:cNvPr id="4" name="Footer Placeholder 3">
            <a:extLst>
              <a:ext uri="{FF2B5EF4-FFF2-40B4-BE49-F238E27FC236}">
                <a16:creationId xmlns:a16="http://schemas.microsoft.com/office/drawing/2014/main" id="{6808E062-8FFD-4BEA-9E4D-0665BABE60B6}"/>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6FD1732-3E34-49BE-8B77-1A0F750E24F4}"/>
              </a:ext>
            </a:extLst>
          </p:cNvPr>
          <p:cNvSpPr>
            <a:spLocks noGrp="1"/>
          </p:cNvSpPr>
          <p:nvPr>
            <p:ph type="sldNum" sz="quarter" idx="12"/>
          </p:nvPr>
        </p:nvSpPr>
        <p:spPr/>
        <p:txBody>
          <a:bodyPr/>
          <a:lstStyle/>
          <a:p>
            <a:fld id="{67DE1CF8-1877-4310-8670-A269E8016CAC}" type="slidenum">
              <a:rPr lang="en-GB" smtClean="0"/>
              <a:pPr/>
              <a:t>‹#›</a:t>
            </a:fld>
            <a:endParaRPr lang="en-GB" dirty="0"/>
          </a:p>
        </p:txBody>
      </p:sp>
      <p:sp>
        <p:nvSpPr>
          <p:cNvPr id="6" name="Picture Placeholder 4">
            <a:extLst>
              <a:ext uri="{FF2B5EF4-FFF2-40B4-BE49-F238E27FC236}">
                <a16:creationId xmlns:a16="http://schemas.microsoft.com/office/drawing/2014/main" id="{1DD2EA03-0958-4D81-9330-2608322C4FFA}"/>
              </a:ext>
            </a:extLst>
          </p:cNvPr>
          <p:cNvSpPr>
            <a:spLocks noGrp="1"/>
          </p:cNvSpPr>
          <p:nvPr>
            <p:ph type="pic" sz="quarter" idx="13" hasCustomPrompt="1"/>
          </p:nvPr>
        </p:nvSpPr>
        <p:spPr>
          <a:xfrm>
            <a:off x="0" y="0"/>
            <a:ext cx="9144000" cy="4267200"/>
          </a:xfrm>
          <a:prstGeom prst="rect">
            <a:avLst/>
          </a:prstGeom>
        </p:spPr>
        <p:txBody>
          <a:bodyPr/>
          <a:lstStyle>
            <a:lvl1pPr>
              <a:defRPr/>
            </a:lvl1pPr>
          </a:lstStyle>
          <a:p>
            <a:r>
              <a:rPr lang="en-US" dirty="0"/>
              <a:t>Click icon to add full bleed picture</a:t>
            </a:r>
          </a:p>
        </p:txBody>
      </p:sp>
      <p:sp>
        <p:nvSpPr>
          <p:cNvPr id="8" name="Title 1">
            <a:extLst>
              <a:ext uri="{FF2B5EF4-FFF2-40B4-BE49-F238E27FC236}">
                <a16:creationId xmlns:a16="http://schemas.microsoft.com/office/drawing/2014/main" id="{B52A7153-D257-4B24-9EEA-C9A3F1D1EE96}"/>
              </a:ext>
            </a:extLst>
          </p:cNvPr>
          <p:cNvSpPr>
            <a:spLocks noGrp="1"/>
          </p:cNvSpPr>
          <p:nvPr>
            <p:ph type="title" hasCustomPrompt="1"/>
          </p:nvPr>
        </p:nvSpPr>
        <p:spPr>
          <a:xfrm>
            <a:off x="5628824" y="4348122"/>
            <a:ext cx="3143250" cy="690297"/>
          </a:xfrm>
        </p:spPr>
        <p:txBody>
          <a:bodyPr anchor="b"/>
          <a:lstStyle>
            <a:lvl1pPr>
              <a:defRPr sz="2400"/>
            </a:lvl1pPr>
          </a:lstStyle>
          <a:p>
            <a:r>
              <a:rPr lang="en-US" dirty="0"/>
              <a:t>Click to add</a:t>
            </a:r>
            <a:br>
              <a:rPr lang="en-US" dirty="0"/>
            </a:br>
            <a:r>
              <a:rPr lang="en-US" dirty="0"/>
              <a:t>image caption</a:t>
            </a:r>
            <a:endParaRPr lang="en-GB" dirty="0"/>
          </a:p>
        </p:txBody>
      </p:sp>
    </p:spTree>
    <p:extLst>
      <p:ext uri="{BB962C8B-B14F-4D97-AF65-F5344CB8AC3E}">
        <p14:creationId xmlns:p14="http://schemas.microsoft.com/office/powerpoint/2010/main" val="57664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244F-AB7D-4A1B-B659-7C45DEE6D9EC}"/>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4621212D-E935-40DA-A8C3-8B44174E606C}"/>
              </a:ext>
            </a:extLst>
          </p:cNvPr>
          <p:cNvSpPr>
            <a:spLocks noGrp="1"/>
          </p:cNvSpPr>
          <p:nvPr>
            <p:ph type="dt" sz="half" idx="10"/>
          </p:nvPr>
        </p:nvSpPr>
        <p:spPr/>
        <p:txBody>
          <a:bodyPr/>
          <a:lstStyle/>
          <a:p>
            <a:fld id="{319C668C-C0C8-8247-BC77-72B618B2E5DC}" type="datetime1">
              <a:rPr lang="en-GB" smtClean="0"/>
              <a:t>03/02/2025</a:t>
            </a:fld>
            <a:endParaRPr lang="en-GB" dirty="0"/>
          </a:p>
        </p:txBody>
      </p:sp>
      <p:sp>
        <p:nvSpPr>
          <p:cNvPr id="4" name="Footer Placeholder 3">
            <a:extLst>
              <a:ext uri="{FF2B5EF4-FFF2-40B4-BE49-F238E27FC236}">
                <a16:creationId xmlns:a16="http://schemas.microsoft.com/office/drawing/2014/main" id="{32684AF7-63FF-4F17-8CEC-05F9D0F11F1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32C3E4AC-67E3-4249-9DF5-A4C70E5F12DF}"/>
              </a:ext>
            </a:extLst>
          </p:cNvPr>
          <p:cNvSpPr>
            <a:spLocks noGrp="1"/>
          </p:cNvSpPr>
          <p:nvPr>
            <p:ph type="sldNum" sz="quarter" idx="12"/>
          </p:nvPr>
        </p:nvSpPr>
        <p:spPr/>
        <p:txBody>
          <a:bodyPr/>
          <a:lstStyle/>
          <a:p>
            <a:fld id="{67DE1CF8-1877-4310-8670-A269E8016CAC}" type="slidenum">
              <a:rPr lang="en-GB" smtClean="0"/>
              <a:pPr/>
              <a:t>‹#›</a:t>
            </a:fld>
            <a:endParaRPr lang="en-GB" dirty="0"/>
          </a:p>
        </p:txBody>
      </p:sp>
    </p:spTree>
    <p:extLst>
      <p:ext uri="{BB962C8B-B14F-4D97-AF65-F5344CB8AC3E}">
        <p14:creationId xmlns:p14="http://schemas.microsoft.com/office/powerpoint/2010/main" val="2752392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926B6-9036-4126-AE1F-8A37EA538A2C}"/>
              </a:ext>
            </a:extLst>
          </p:cNvPr>
          <p:cNvSpPr>
            <a:spLocks noGrp="1"/>
          </p:cNvSpPr>
          <p:nvPr>
            <p:ph type="dt" sz="half" idx="10"/>
          </p:nvPr>
        </p:nvSpPr>
        <p:spPr/>
        <p:txBody>
          <a:bodyPr/>
          <a:lstStyle/>
          <a:p>
            <a:fld id="{C360F97F-B2ED-A040-859B-0DED6AEEA513}" type="datetime1">
              <a:rPr lang="en-GB" smtClean="0"/>
              <a:t>03/02/2025</a:t>
            </a:fld>
            <a:endParaRPr lang="en-GB"/>
          </a:p>
        </p:txBody>
      </p:sp>
      <p:sp>
        <p:nvSpPr>
          <p:cNvPr id="3" name="Footer Placeholder 2">
            <a:extLst>
              <a:ext uri="{FF2B5EF4-FFF2-40B4-BE49-F238E27FC236}">
                <a16:creationId xmlns:a16="http://schemas.microsoft.com/office/drawing/2014/main" id="{889A293D-86F4-467C-A6B2-024611FA1E2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8759A11-3108-4192-81AD-C415E05429B6}"/>
              </a:ext>
            </a:extLst>
          </p:cNvPr>
          <p:cNvSpPr>
            <a:spLocks noGrp="1"/>
          </p:cNvSpPr>
          <p:nvPr>
            <p:ph type="sldNum" sz="quarter" idx="12"/>
          </p:nvPr>
        </p:nvSpPr>
        <p:spPr/>
        <p:txBody>
          <a:bodyPr/>
          <a:lstStyle/>
          <a:p>
            <a:fld id="{67DE1CF8-1877-4310-8670-A269E8016CAC}" type="slidenum">
              <a:rPr lang="en-GB" smtClean="0"/>
              <a:t>‹#›</a:t>
            </a:fld>
            <a:endParaRPr lang="en-GB"/>
          </a:p>
        </p:txBody>
      </p:sp>
    </p:spTree>
    <p:extLst>
      <p:ext uri="{BB962C8B-B14F-4D97-AF65-F5344CB8AC3E}">
        <p14:creationId xmlns:p14="http://schemas.microsoft.com/office/powerpoint/2010/main" val="557658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Slide - White and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D1666282-696E-4BC8-B8B0-F336AA0FA017}" type="datetime1">
              <a:rPr lang="en-GB" smtClean="0"/>
              <a:t>03/02/2025</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a:xfrm>
            <a:off x="4302000" y="4723586"/>
            <a:ext cx="540000" cy="273844"/>
          </a:xfrm>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A1277E6E-6749-489A-9A65-DFF1D7BE377F}"/>
              </a:ext>
            </a:extLst>
          </p:cNvPr>
          <p:cNvSpPr>
            <a:spLocks noGrp="1"/>
          </p:cNvSpPr>
          <p:nvPr>
            <p:ph type="body" sz="quarter" idx="13" hasCustomPrompt="1"/>
          </p:nvPr>
        </p:nvSpPr>
        <p:spPr>
          <a:xfrm>
            <a:off x="370800" y="4543830"/>
            <a:ext cx="3854291" cy="453600"/>
          </a:xfrm>
        </p:spPr>
        <p:txBody>
          <a:bodyPr>
            <a:noAutofit/>
          </a:bodyPr>
          <a:lstStyle>
            <a:lvl1pPr marL="0" indent="0">
              <a:lnSpc>
                <a:spcPct val="100000"/>
              </a:lnSpc>
              <a:buNone/>
              <a:defRPr sz="1800" baseline="0">
                <a:solidFill>
                  <a:schemeClr val="accent5"/>
                </a:solidFill>
                <a:latin typeface="Arial Black" panose="020B0604020202020204" pitchFamily="34" charset="0"/>
              </a:defRPr>
            </a:lvl1pPr>
          </a:lstStyle>
          <a:p>
            <a:pPr lvl="0"/>
            <a:r>
              <a:rPr lang="en-US" dirty="0" err="1"/>
              <a:t>bristol.ac.uk</a:t>
            </a:r>
            <a:r>
              <a:rPr lang="en-US" dirty="0"/>
              <a:t>/business-school</a:t>
            </a:r>
            <a:endParaRPr lang="en-GB" dirty="0"/>
          </a:p>
        </p:txBody>
      </p:sp>
    </p:spTree>
    <p:extLst>
      <p:ext uri="{BB962C8B-B14F-4D97-AF65-F5344CB8AC3E}">
        <p14:creationId xmlns:p14="http://schemas.microsoft.com/office/powerpoint/2010/main" val="2060935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White and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FE249A2A-7687-9A45-9EE8-EEFAD4C2D6DB}" type="datetime1">
              <a:rPr lang="en-GB" smtClean="0"/>
              <a:t>03/02/2025</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lvl1pPr>
              <a:defRPr>
                <a:solidFill>
                  <a:schemeClr val="bg1"/>
                </a:solidFill>
              </a:defRPr>
            </a:lvl1pPr>
          </a:lstStyle>
          <a:p>
            <a:endParaRPr lang="en-GB" dirty="0"/>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A1277E6E-6749-489A-9A65-DFF1D7BE377F}"/>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904945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273844"/>
            <a:ext cx="8402400" cy="994172"/>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369219"/>
            <a:ext cx="840240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A597ABBB-39FB-F247-9E17-4D98E617B25F}" type="datetime1">
              <a:rPr lang="en-GB" smtClean="0"/>
              <a:t>03/02/2025</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a:xfrm>
            <a:off x="6715800" y="4361092"/>
            <a:ext cx="2057400" cy="273844"/>
          </a:xfrm>
        </p:spPr>
        <p:txBody>
          <a:bodyPr/>
          <a:lstStyle/>
          <a:p>
            <a:endParaRPr lang="en-GB"/>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8" name="Text Placeholder 8">
            <a:extLst>
              <a:ext uri="{FF2B5EF4-FFF2-40B4-BE49-F238E27FC236}">
                <a16:creationId xmlns:a16="http://schemas.microsoft.com/office/drawing/2014/main" id="{1CA71D4C-4E38-4C89-BA97-B1164C562924}"/>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549258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White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AEC0E44-31DD-4789-86DE-B6E31155F116}"/>
              </a:ext>
            </a:extLst>
          </p:cNvPr>
          <p:cNvSpPr/>
          <p:nvPr userDrawn="1"/>
        </p:nvSpPr>
        <p:spPr>
          <a:xfrm>
            <a:off x="5708650" y="-3175"/>
            <a:ext cx="3435350" cy="5146675"/>
          </a:xfrm>
          <a:custGeom>
            <a:avLst/>
            <a:gdLst>
              <a:gd name="connsiteX0" fmla="*/ 0 w 3435350"/>
              <a:gd name="connsiteY0" fmla="*/ 0 h 5143500"/>
              <a:gd name="connsiteX1" fmla="*/ 3435350 w 3435350"/>
              <a:gd name="connsiteY1" fmla="*/ 0 h 5143500"/>
              <a:gd name="connsiteX2" fmla="*/ 3435350 w 3435350"/>
              <a:gd name="connsiteY2" fmla="*/ 5143500 h 5143500"/>
              <a:gd name="connsiteX3" fmla="*/ 0 w 3435350"/>
              <a:gd name="connsiteY3" fmla="*/ 5143500 h 5143500"/>
              <a:gd name="connsiteX4" fmla="*/ 0 w 3435350"/>
              <a:gd name="connsiteY4" fmla="*/ 0 h 5143500"/>
              <a:gd name="connsiteX0" fmla="*/ 1476375 w 3435350"/>
              <a:gd name="connsiteY0" fmla="*/ 0 h 5248275"/>
              <a:gd name="connsiteX1" fmla="*/ 3435350 w 3435350"/>
              <a:gd name="connsiteY1" fmla="*/ 104775 h 5248275"/>
              <a:gd name="connsiteX2" fmla="*/ 3435350 w 3435350"/>
              <a:gd name="connsiteY2" fmla="*/ 5248275 h 5248275"/>
              <a:gd name="connsiteX3" fmla="*/ 0 w 3435350"/>
              <a:gd name="connsiteY3" fmla="*/ 5248275 h 5248275"/>
              <a:gd name="connsiteX4" fmla="*/ 1476375 w 3435350"/>
              <a:gd name="connsiteY4" fmla="*/ 0 h 5248275"/>
              <a:gd name="connsiteX0" fmla="*/ 1190625 w 3435350"/>
              <a:gd name="connsiteY0" fmla="*/ 0 h 5162550"/>
              <a:gd name="connsiteX1" fmla="*/ 3435350 w 3435350"/>
              <a:gd name="connsiteY1" fmla="*/ 19050 h 5162550"/>
              <a:gd name="connsiteX2" fmla="*/ 3435350 w 3435350"/>
              <a:gd name="connsiteY2" fmla="*/ 5162550 h 5162550"/>
              <a:gd name="connsiteX3" fmla="*/ 0 w 3435350"/>
              <a:gd name="connsiteY3" fmla="*/ 5162550 h 5162550"/>
              <a:gd name="connsiteX4" fmla="*/ 1190625 w 3435350"/>
              <a:gd name="connsiteY4" fmla="*/ 0 h 5162550"/>
              <a:gd name="connsiteX0" fmla="*/ 11938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3800 w 3435350"/>
              <a:gd name="connsiteY4" fmla="*/ 0 h 5146675"/>
              <a:gd name="connsiteX0" fmla="*/ 12192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219200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5350" h="5146675">
                <a:moveTo>
                  <a:pt x="1190625" y="0"/>
                </a:moveTo>
                <a:lnTo>
                  <a:pt x="3435350" y="3175"/>
                </a:lnTo>
                <a:lnTo>
                  <a:pt x="3435350" y="5146675"/>
                </a:lnTo>
                <a:lnTo>
                  <a:pt x="0" y="5146675"/>
                </a:lnTo>
                <a:lnTo>
                  <a:pt x="1190625" y="0"/>
                </a:lnTo>
                <a:close/>
              </a:path>
            </a:pathLst>
          </a:custGeom>
          <a:blipFill>
            <a:blip r:embed="rId3"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4FF25E7A-51AA-774D-B05B-F0C9EDE6A426}" type="datetime1">
              <a:rPr lang="en-GB" smtClean="0"/>
              <a:t>03/02/2025</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0" name="Text Placeholder 8">
            <a:extLst>
              <a:ext uri="{FF2B5EF4-FFF2-40B4-BE49-F238E27FC236}">
                <a16:creationId xmlns:a16="http://schemas.microsoft.com/office/drawing/2014/main" id="{1DF8A60B-18B3-4375-8126-BA1CAD9837DD}"/>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6699015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White (Insert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p>
            <a:fld id="{FEE7BB06-75C8-6849-AD2E-3F73E978378C}" type="datetime1">
              <a:rPr lang="en-GB" smtClean="0"/>
              <a:t>03/02/2025</a:t>
            </a:fld>
            <a:endParaRPr lang="en-GB"/>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1" name="Picture Placeholder 8">
            <a:extLst>
              <a:ext uri="{FF2B5EF4-FFF2-40B4-BE49-F238E27FC236}">
                <a16:creationId xmlns:a16="http://schemas.microsoft.com/office/drawing/2014/main" id="{07491796-214B-45DE-99F8-B1AF36C957CE}"/>
              </a:ext>
            </a:extLst>
          </p:cNvPr>
          <p:cNvSpPr>
            <a:spLocks noGrp="1"/>
          </p:cNvSpPr>
          <p:nvPr>
            <p:ph type="pic" sz="quarter" idx="13"/>
          </p:nvPr>
        </p:nvSpPr>
        <p:spPr>
          <a:xfrm>
            <a:off x="5682354" y="0"/>
            <a:ext cx="3461646" cy="5143858"/>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 name="connsiteX0" fmla="*/ 0 w 3469436"/>
              <a:gd name="connsiteY0" fmla="*/ 5155434 h 5155434"/>
              <a:gd name="connsiteX1" fmla="*/ 1183466 w 3469436"/>
              <a:gd name="connsiteY1" fmla="*/ 1 h 5155434"/>
              <a:gd name="connsiteX2" fmla="*/ 3460649 w 3469436"/>
              <a:gd name="connsiteY2" fmla="*/ 0 h 5155434"/>
              <a:gd name="connsiteX3" fmla="*/ 3469376 w 3469436"/>
              <a:gd name="connsiteY3" fmla="*/ 5155075 h 5155434"/>
              <a:gd name="connsiteX4" fmla="*/ 0 w 3469436"/>
              <a:gd name="connsiteY4" fmla="*/ 5155434 h 515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434">
                <a:moveTo>
                  <a:pt x="0" y="5155434"/>
                </a:moveTo>
                <a:lnTo>
                  <a:pt x="1183466" y="1"/>
                </a:lnTo>
                <a:lnTo>
                  <a:pt x="3460649" y="0"/>
                </a:lnTo>
                <a:cubicBezTo>
                  <a:pt x="3459700" y="1716429"/>
                  <a:pt x="3470325" y="3438646"/>
                  <a:pt x="3469376" y="5155075"/>
                </a:cubicBezTo>
                <a:lnTo>
                  <a:pt x="0" y="5155434"/>
                </a:lnTo>
                <a:close/>
              </a:path>
            </a:pathLst>
          </a:custGeom>
          <a:noFill/>
        </p:spPr>
        <p:txBody>
          <a:bodyPr/>
          <a:lstStyle/>
          <a:p>
            <a:r>
              <a:rPr lang="en-US"/>
              <a:t>Click icon to add picture</a:t>
            </a:r>
            <a:endParaRPr lang="en-US" dirty="0"/>
          </a:p>
        </p:txBody>
      </p:sp>
      <p:sp>
        <p:nvSpPr>
          <p:cNvPr id="9" name="Text Placeholder 8">
            <a:extLst>
              <a:ext uri="{FF2B5EF4-FFF2-40B4-BE49-F238E27FC236}">
                <a16:creationId xmlns:a16="http://schemas.microsoft.com/office/drawing/2014/main" id="{63D0CA07-D562-4C40-91D0-B5D7D2A719EB}"/>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38828901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Colour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7">
            <a:extLst>
              <a:ext uri="{FF2B5EF4-FFF2-40B4-BE49-F238E27FC236}">
                <a16:creationId xmlns:a16="http://schemas.microsoft.com/office/drawing/2014/main" id="{A903D7F4-2AD2-4C9C-9330-C03E0E70D3F1}"/>
              </a:ext>
            </a:extLst>
          </p:cNvPr>
          <p:cNvSpPr/>
          <p:nvPr userDrawn="1"/>
        </p:nvSpPr>
        <p:spPr>
          <a:xfrm>
            <a:off x="5708650" y="-3175"/>
            <a:ext cx="3435350" cy="5146675"/>
          </a:xfrm>
          <a:custGeom>
            <a:avLst/>
            <a:gdLst>
              <a:gd name="connsiteX0" fmla="*/ 0 w 3435350"/>
              <a:gd name="connsiteY0" fmla="*/ 0 h 5143500"/>
              <a:gd name="connsiteX1" fmla="*/ 3435350 w 3435350"/>
              <a:gd name="connsiteY1" fmla="*/ 0 h 5143500"/>
              <a:gd name="connsiteX2" fmla="*/ 3435350 w 3435350"/>
              <a:gd name="connsiteY2" fmla="*/ 5143500 h 5143500"/>
              <a:gd name="connsiteX3" fmla="*/ 0 w 3435350"/>
              <a:gd name="connsiteY3" fmla="*/ 5143500 h 5143500"/>
              <a:gd name="connsiteX4" fmla="*/ 0 w 3435350"/>
              <a:gd name="connsiteY4" fmla="*/ 0 h 5143500"/>
              <a:gd name="connsiteX0" fmla="*/ 1476375 w 3435350"/>
              <a:gd name="connsiteY0" fmla="*/ 0 h 5248275"/>
              <a:gd name="connsiteX1" fmla="*/ 3435350 w 3435350"/>
              <a:gd name="connsiteY1" fmla="*/ 104775 h 5248275"/>
              <a:gd name="connsiteX2" fmla="*/ 3435350 w 3435350"/>
              <a:gd name="connsiteY2" fmla="*/ 5248275 h 5248275"/>
              <a:gd name="connsiteX3" fmla="*/ 0 w 3435350"/>
              <a:gd name="connsiteY3" fmla="*/ 5248275 h 5248275"/>
              <a:gd name="connsiteX4" fmla="*/ 1476375 w 3435350"/>
              <a:gd name="connsiteY4" fmla="*/ 0 h 5248275"/>
              <a:gd name="connsiteX0" fmla="*/ 1190625 w 3435350"/>
              <a:gd name="connsiteY0" fmla="*/ 0 h 5162550"/>
              <a:gd name="connsiteX1" fmla="*/ 3435350 w 3435350"/>
              <a:gd name="connsiteY1" fmla="*/ 19050 h 5162550"/>
              <a:gd name="connsiteX2" fmla="*/ 3435350 w 3435350"/>
              <a:gd name="connsiteY2" fmla="*/ 5162550 h 5162550"/>
              <a:gd name="connsiteX3" fmla="*/ 0 w 3435350"/>
              <a:gd name="connsiteY3" fmla="*/ 5162550 h 5162550"/>
              <a:gd name="connsiteX4" fmla="*/ 1190625 w 3435350"/>
              <a:gd name="connsiteY4" fmla="*/ 0 h 5162550"/>
              <a:gd name="connsiteX0" fmla="*/ 11938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3800 w 3435350"/>
              <a:gd name="connsiteY4" fmla="*/ 0 h 5146675"/>
              <a:gd name="connsiteX0" fmla="*/ 1219200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219200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 name="connsiteX0" fmla="*/ 1190625 w 3435350"/>
              <a:gd name="connsiteY0" fmla="*/ 0 h 5146675"/>
              <a:gd name="connsiteX1" fmla="*/ 3435350 w 3435350"/>
              <a:gd name="connsiteY1" fmla="*/ 3175 h 5146675"/>
              <a:gd name="connsiteX2" fmla="*/ 3435350 w 3435350"/>
              <a:gd name="connsiteY2" fmla="*/ 5146675 h 5146675"/>
              <a:gd name="connsiteX3" fmla="*/ 0 w 3435350"/>
              <a:gd name="connsiteY3" fmla="*/ 5146675 h 5146675"/>
              <a:gd name="connsiteX4" fmla="*/ 1190625 w 3435350"/>
              <a:gd name="connsiteY4" fmla="*/ 0 h 5146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5350" h="5146675">
                <a:moveTo>
                  <a:pt x="1190625" y="0"/>
                </a:moveTo>
                <a:lnTo>
                  <a:pt x="3435350" y="3175"/>
                </a:lnTo>
                <a:lnTo>
                  <a:pt x="3435350" y="5146675"/>
                </a:lnTo>
                <a:lnTo>
                  <a:pt x="0" y="5146675"/>
                </a:lnTo>
                <a:lnTo>
                  <a:pt x="1190625" y="0"/>
                </a:lnTo>
                <a:close/>
              </a:path>
            </a:pathLst>
          </a:custGeom>
          <a:blipFill>
            <a:blip r:embed="rId3" cstate="hq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solidFill>
                  <a:schemeClr val="tx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a:solidFill>
                  <a:schemeClr val="tx1"/>
                </a:solidFill>
              </a:defRPr>
            </a:lvl1pPr>
          </a:lstStyle>
          <a:p>
            <a:fld id="{C7DB118B-B99B-D445-9516-034574152184}" type="datetime1">
              <a:rPr lang="en-GB" smtClean="0"/>
              <a:t>03/02/2025</a:t>
            </a:fld>
            <a:endParaRPr lang="en-GB" dirty="0"/>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a:solidFill>
                  <a:schemeClr val="tx1"/>
                </a:solidFill>
              </a:defRPr>
            </a:lvl1pPr>
          </a:lstStyle>
          <a:p>
            <a:fld id="{67DE1CF8-1877-4310-8670-A269E8016CAC}" type="slidenum">
              <a:rPr lang="en-GB" smtClean="0"/>
              <a:pPr/>
              <a:t>‹#›</a:t>
            </a:fld>
            <a:endParaRPr lang="en-GB" dirty="0"/>
          </a:p>
        </p:txBody>
      </p:sp>
      <p:sp>
        <p:nvSpPr>
          <p:cNvPr id="11" name="Text Placeholder 8">
            <a:extLst>
              <a:ext uri="{FF2B5EF4-FFF2-40B4-BE49-F238E27FC236}">
                <a16:creationId xmlns:a16="http://schemas.microsoft.com/office/drawing/2014/main" id="{CD0FA054-D85A-4698-B6FD-DEAB1EBB1A44}"/>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tx1"/>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8612299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Colour (Insert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C8C1A-1BF5-4B59-AC3C-73632A8AD884}"/>
              </a:ext>
            </a:extLst>
          </p:cNvPr>
          <p:cNvSpPr>
            <a:spLocks noGrp="1"/>
          </p:cNvSpPr>
          <p:nvPr>
            <p:ph type="ctrTitle"/>
          </p:nvPr>
        </p:nvSpPr>
        <p:spPr>
          <a:xfrm>
            <a:off x="370800" y="1598400"/>
            <a:ext cx="5259600" cy="1101600"/>
          </a:xfrm>
        </p:spPr>
        <p:txBody>
          <a:bodyPr anchor="b"/>
          <a:lstStyle>
            <a:lvl1pPr algn="l">
              <a:defRPr sz="4400">
                <a:solidFill>
                  <a:schemeClr val="tx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E519FAE3-5BF7-4965-9A39-4DF10150BF31}"/>
              </a:ext>
            </a:extLst>
          </p:cNvPr>
          <p:cNvSpPr>
            <a:spLocks noGrp="1"/>
          </p:cNvSpPr>
          <p:nvPr>
            <p:ph type="subTitle" idx="1"/>
          </p:nvPr>
        </p:nvSpPr>
        <p:spPr>
          <a:xfrm>
            <a:off x="370800" y="2701528"/>
            <a:ext cx="5259600" cy="1314000"/>
          </a:xfrm>
        </p:spPr>
        <p:txBody>
          <a:bodyPr>
            <a:norm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F2C72EC3-CD0E-4DAF-AFA9-AA5AC3F2F43E}"/>
              </a:ext>
            </a:extLst>
          </p:cNvPr>
          <p:cNvSpPr>
            <a:spLocks noGrp="1"/>
          </p:cNvSpPr>
          <p:nvPr>
            <p:ph type="dt" sz="half" idx="10"/>
          </p:nvPr>
        </p:nvSpPr>
        <p:spPr/>
        <p:txBody>
          <a:bodyPr/>
          <a:lstStyle>
            <a:lvl1pPr>
              <a:defRPr>
                <a:solidFill>
                  <a:schemeClr val="tx1"/>
                </a:solidFill>
              </a:defRPr>
            </a:lvl1pPr>
          </a:lstStyle>
          <a:p>
            <a:fld id="{2A5F4E4D-093B-A945-8A40-65E2C9541B11}" type="datetime1">
              <a:rPr lang="en-GB" smtClean="0"/>
              <a:t>03/02/2025</a:t>
            </a:fld>
            <a:endParaRPr lang="en-GB" dirty="0"/>
          </a:p>
        </p:txBody>
      </p:sp>
      <p:sp>
        <p:nvSpPr>
          <p:cNvPr id="5" name="Footer Placeholder 4">
            <a:extLst>
              <a:ext uri="{FF2B5EF4-FFF2-40B4-BE49-F238E27FC236}">
                <a16:creationId xmlns:a16="http://schemas.microsoft.com/office/drawing/2014/main" id="{F28B6EE9-35CE-4EDE-8C2A-8C22D6E564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43E84B-B0A3-4B16-A256-83DF69693842}"/>
              </a:ext>
            </a:extLst>
          </p:cNvPr>
          <p:cNvSpPr>
            <a:spLocks noGrp="1"/>
          </p:cNvSpPr>
          <p:nvPr>
            <p:ph type="sldNum" sz="quarter" idx="12"/>
          </p:nvPr>
        </p:nvSpPr>
        <p:spPr/>
        <p:txBody>
          <a:bodyPr/>
          <a:lstStyle>
            <a:lvl1pPr>
              <a:defRPr>
                <a:solidFill>
                  <a:schemeClr val="tx1"/>
                </a:solidFill>
              </a:defRPr>
            </a:lvl1pPr>
          </a:lstStyle>
          <a:p>
            <a:fld id="{67DE1CF8-1877-4310-8670-A269E8016CAC}" type="slidenum">
              <a:rPr lang="en-GB" smtClean="0"/>
              <a:pPr/>
              <a:t>‹#›</a:t>
            </a:fld>
            <a:endParaRPr lang="en-GB" dirty="0"/>
          </a:p>
        </p:txBody>
      </p:sp>
      <p:sp>
        <p:nvSpPr>
          <p:cNvPr id="7" name="Picture Placeholder 8">
            <a:extLst>
              <a:ext uri="{FF2B5EF4-FFF2-40B4-BE49-F238E27FC236}">
                <a16:creationId xmlns:a16="http://schemas.microsoft.com/office/drawing/2014/main" id="{558EBCF5-E0AC-439B-A35D-E3E76706493D}"/>
              </a:ext>
            </a:extLst>
          </p:cNvPr>
          <p:cNvSpPr>
            <a:spLocks noGrp="1"/>
          </p:cNvSpPr>
          <p:nvPr>
            <p:ph type="pic" sz="quarter" idx="13"/>
          </p:nvPr>
        </p:nvSpPr>
        <p:spPr>
          <a:xfrm>
            <a:off x="5682354" y="0"/>
            <a:ext cx="3461646" cy="5143858"/>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 name="connsiteX0" fmla="*/ 0 w 3469436"/>
              <a:gd name="connsiteY0" fmla="*/ 5155434 h 5155434"/>
              <a:gd name="connsiteX1" fmla="*/ 1183466 w 3469436"/>
              <a:gd name="connsiteY1" fmla="*/ 1 h 5155434"/>
              <a:gd name="connsiteX2" fmla="*/ 3460649 w 3469436"/>
              <a:gd name="connsiteY2" fmla="*/ 0 h 5155434"/>
              <a:gd name="connsiteX3" fmla="*/ 3469376 w 3469436"/>
              <a:gd name="connsiteY3" fmla="*/ 5155075 h 5155434"/>
              <a:gd name="connsiteX4" fmla="*/ 0 w 3469436"/>
              <a:gd name="connsiteY4" fmla="*/ 5155434 h 5155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434">
                <a:moveTo>
                  <a:pt x="0" y="5155434"/>
                </a:moveTo>
                <a:lnTo>
                  <a:pt x="1183466" y="1"/>
                </a:lnTo>
                <a:lnTo>
                  <a:pt x="3460649" y="0"/>
                </a:lnTo>
                <a:cubicBezTo>
                  <a:pt x="3459700" y="1716429"/>
                  <a:pt x="3470325" y="3438646"/>
                  <a:pt x="3469376" y="5155075"/>
                </a:cubicBezTo>
                <a:lnTo>
                  <a:pt x="0" y="5155434"/>
                </a:lnTo>
                <a:close/>
              </a:path>
            </a:pathLst>
          </a:custGeom>
          <a:noFill/>
        </p:spPr>
        <p:txBody>
          <a:bodyPr/>
          <a:lstStyle/>
          <a:p>
            <a:r>
              <a:rPr lang="en-US"/>
              <a:t>Click icon to add picture</a:t>
            </a:r>
            <a:endParaRPr lang="en-US" dirty="0"/>
          </a:p>
        </p:txBody>
      </p:sp>
      <p:sp>
        <p:nvSpPr>
          <p:cNvPr id="9" name="Text Placeholder 8">
            <a:extLst>
              <a:ext uri="{FF2B5EF4-FFF2-40B4-BE49-F238E27FC236}">
                <a16:creationId xmlns:a16="http://schemas.microsoft.com/office/drawing/2014/main" id="{2E05A56F-2D56-478C-8B76-D1EA61ECFB6D}"/>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2300">
                <a:solidFill>
                  <a:schemeClr val="tx1"/>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23622885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B2333-4531-4F49-98C7-71CE6B119B78}"/>
              </a:ext>
            </a:extLst>
          </p:cNvPr>
          <p:cNvSpPr>
            <a:spLocks noGrp="1"/>
          </p:cNvSpPr>
          <p:nvPr>
            <p:ph type="title"/>
          </p:nvPr>
        </p:nvSpPr>
        <p:spPr>
          <a:xfrm>
            <a:off x="370800" y="680400"/>
            <a:ext cx="5259600" cy="1101600"/>
          </a:xfrm>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DB0BEE29-071E-4ED4-B0D5-046429DF4F91}"/>
              </a:ext>
            </a:extLst>
          </p:cNvPr>
          <p:cNvSpPr>
            <a:spLocks noGrp="1"/>
          </p:cNvSpPr>
          <p:nvPr>
            <p:ph idx="1"/>
          </p:nvPr>
        </p:nvSpPr>
        <p:spPr>
          <a:xfrm>
            <a:off x="370800" y="1825200"/>
            <a:ext cx="5259600" cy="250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DB9016-1CC6-48C9-96F5-24F342CEC524}"/>
              </a:ext>
            </a:extLst>
          </p:cNvPr>
          <p:cNvSpPr>
            <a:spLocks noGrp="1"/>
          </p:cNvSpPr>
          <p:nvPr>
            <p:ph type="dt" sz="half" idx="10"/>
          </p:nvPr>
        </p:nvSpPr>
        <p:spPr/>
        <p:txBody>
          <a:bodyPr/>
          <a:lstStyle/>
          <a:p>
            <a:fld id="{CE1E3AC0-0E44-7D42-9708-7ADBB4D146D8}" type="datetime1">
              <a:rPr lang="en-GB" smtClean="0"/>
              <a:t>03/02/2025</a:t>
            </a:fld>
            <a:endParaRPr lang="en-GB"/>
          </a:p>
        </p:txBody>
      </p:sp>
      <p:sp>
        <p:nvSpPr>
          <p:cNvPr id="5" name="Footer Placeholder 4">
            <a:extLst>
              <a:ext uri="{FF2B5EF4-FFF2-40B4-BE49-F238E27FC236}">
                <a16:creationId xmlns:a16="http://schemas.microsoft.com/office/drawing/2014/main" id="{1EB222F4-7BC9-4ABB-8BD9-5765E7594B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05B4C82-F699-4384-99AC-56B3E6E80C4A}"/>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7" name="Picture Placeholder 8">
            <a:extLst>
              <a:ext uri="{FF2B5EF4-FFF2-40B4-BE49-F238E27FC236}">
                <a16:creationId xmlns:a16="http://schemas.microsoft.com/office/drawing/2014/main" id="{F8083C25-9322-4123-BA6A-1F002C5AC178}"/>
              </a:ext>
            </a:extLst>
          </p:cNvPr>
          <p:cNvSpPr>
            <a:spLocks noGrp="1"/>
          </p:cNvSpPr>
          <p:nvPr>
            <p:ph type="pic" sz="quarter" idx="13"/>
          </p:nvPr>
        </p:nvSpPr>
        <p:spPr>
          <a:xfrm>
            <a:off x="5682354" y="0"/>
            <a:ext cx="3461646" cy="5143500"/>
          </a:xfrm>
          <a:custGeom>
            <a:avLst/>
            <a:gdLst>
              <a:gd name="connsiteX0" fmla="*/ 0 w 3900487"/>
              <a:gd name="connsiteY0" fmla="*/ 5143500 h 5143500"/>
              <a:gd name="connsiteX1" fmla="*/ 975122 w 3900487"/>
              <a:gd name="connsiteY1" fmla="*/ 0 h 5143500"/>
              <a:gd name="connsiteX2" fmla="*/ 3900487 w 3900487"/>
              <a:gd name="connsiteY2" fmla="*/ 0 h 5143500"/>
              <a:gd name="connsiteX3" fmla="*/ 2925365 w 3900487"/>
              <a:gd name="connsiteY3" fmla="*/ 5143500 h 5143500"/>
              <a:gd name="connsiteX4" fmla="*/ 0 w 3900487"/>
              <a:gd name="connsiteY4" fmla="*/ 5143500 h 5143500"/>
              <a:gd name="connsiteX0" fmla="*/ 0 w 3900487"/>
              <a:gd name="connsiteY0" fmla="*/ 5143500 h 5149287"/>
              <a:gd name="connsiteX1" fmla="*/ 975122 w 3900487"/>
              <a:gd name="connsiteY1" fmla="*/ 0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900487"/>
              <a:gd name="connsiteY0" fmla="*/ 5143500 h 5149287"/>
              <a:gd name="connsiteX1" fmla="*/ 1652241 w 3900487"/>
              <a:gd name="connsiteY1" fmla="*/ 11575 h 5149287"/>
              <a:gd name="connsiteX2" fmla="*/ 3900487 w 3900487"/>
              <a:gd name="connsiteY2" fmla="*/ 0 h 5149287"/>
              <a:gd name="connsiteX3" fmla="*/ 3897639 w 3900487"/>
              <a:gd name="connsiteY3" fmla="*/ 5149287 h 5149287"/>
              <a:gd name="connsiteX4" fmla="*/ 0 w 3900487"/>
              <a:gd name="connsiteY4" fmla="*/ 5143500 h 5149287"/>
              <a:gd name="connsiteX0" fmla="*/ 0 w 3425925"/>
              <a:gd name="connsiteY0" fmla="*/ 5143500 h 5149287"/>
              <a:gd name="connsiteX1" fmla="*/ 1177679 w 3425925"/>
              <a:gd name="connsiteY1" fmla="*/ 11575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25925"/>
              <a:gd name="connsiteY0" fmla="*/ 5143500 h 5149287"/>
              <a:gd name="connsiteX1" fmla="*/ 1183466 w 3425925"/>
              <a:gd name="connsiteY1" fmla="*/ 1 h 5149287"/>
              <a:gd name="connsiteX2" fmla="*/ 3425925 w 3425925"/>
              <a:gd name="connsiteY2" fmla="*/ 0 h 5149287"/>
              <a:gd name="connsiteX3" fmla="*/ 3423077 w 3425925"/>
              <a:gd name="connsiteY3" fmla="*/ 5149287 h 5149287"/>
              <a:gd name="connsiteX4" fmla="*/ 0 w 3425925"/>
              <a:gd name="connsiteY4" fmla="*/ 5143500 h 5149287"/>
              <a:gd name="connsiteX0" fmla="*/ 0 w 3460649"/>
              <a:gd name="connsiteY0" fmla="*/ 5143500 h 5149287"/>
              <a:gd name="connsiteX1" fmla="*/ 1183466 w 3460649"/>
              <a:gd name="connsiteY1" fmla="*/ 1 h 5149287"/>
              <a:gd name="connsiteX2" fmla="*/ 3460649 w 3460649"/>
              <a:gd name="connsiteY2" fmla="*/ 0 h 5149287"/>
              <a:gd name="connsiteX3" fmla="*/ 3423077 w 3460649"/>
              <a:gd name="connsiteY3" fmla="*/ 5149287 h 5149287"/>
              <a:gd name="connsiteX4" fmla="*/ 0 w 3460649"/>
              <a:gd name="connsiteY4" fmla="*/ 5143500 h 5149287"/>
              <a:gd name="connsiteX0" fmla="*/ 0 w 3469436"/>
              <a:gd name="connsiteY0" fmla="*/ 5143500 h 5155075"/>
              <a:gd name="connsiteX1" fmla="*/ 1183466 w 3469436"/>
              <a:gd name="connsiteY1" fmla="*/ 1 h 5155075"/>
              <a:gd name="connsiteX2" fmla="*/ 3460649 w 3469436"/>
              <a:gd name="connsiteY2" fmla="*/ 0 h 5155075"/>
              <a:gd name="connsiteX3" fmla="*/ 3469376 w 3469436"/>
              <a:gd name="connsiteY3" fmla="*/ 5155075 h 5155075"/>
              <a:gd name="connsiteX4" fmla="*/ 0 w 3469436"/>
              <a:gd name="connsiteY4" fmla="*/ 5143500 h 5155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9436" h="5155075">
                <a:moveTo>
                  <a:pt x="0" y="5143500"/>
                </a:moveTo>
                <a:lnTo>
                  <a:pt x="1183466" y="1"/>
                </a:lnTo>
                <a:lnTo>
                  <a:pt x="3460649" y="0"/>
                </a:lnTo>
                <a:cubicBezTo>
                  <a:pt x="3459700" y="1716429"/>
                  <a:pt x="3470325" y="3438646"/>
                  <a:pt x="3469376" y="5155075"/>
                </a:cubicBezTo>
                <a:lnTo>
                  <a:pt x="0" y="5143500"/>
                </a:lnTo>
                <a:close/>
              </a:path>
            </a:pathLst>
          </a:custGeom>
          <a:noFill/>
        </p:spPr>
        <p:txBody>
          <a:bodyPr/>
          <a:lstStyle/>
          <a:p>
            <a:r>
              <a:rPr lang="en-US"/>
              <a:t>Click icon to add picture</a:t>
            </a:r>
            <a:endParaRPr lang="en-US" dirty="0"/>
          </a:p>
        </p:txBody>
      </p:sp>
      <p:sp>
        <p:nvSpPr>
          <p:cNvPr id="9" name="Text Placeholder 8">
            <a:extLst>
              <a:ext uri="{FF2B5EF4-FFF2-40B4-BE49-F238E27FC236}">
                <a16:creationId xmlns:a16="http://schemas.microsoft.com/office/drawing/2014/main" id="{E4F13CC3-B662-4B3A-A205-A8D9CDF0B86C}"/>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27269751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A3053E6F-F562-4865-866C-DA32BD24462E}"/>
              </a:ext>
            </a:extLst>
          </p:cNvPr>
          <p:cNvSpPr>
            <a:spLocks noGrp="1"/>
          </p:cNvSpPr>
          <p:nvPr>
            <p:ph sz="half" idx="2"/>
          </p:nvPr>
        </p:nvSpPr>
        <p:spPr>
          <a:xfrm>
            <a:off x="4629150" y="1369219"/>
            <a:ext cx="414405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BECEC523-7338-2848-89C8-91FEBFB9E0F5}" type="datetime1">
              <a:rPr lang="en-GB" smtClean="0"/>
              <a:t>03/02/2025</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Text Placeholder 8">
            <a:extLst>
              <a:ext uri="{FF2B5EF4-FFF2-40B4-BE49-F238E27FC236}">
                <a16:creationId xmlns:a16="http://schemas.microsoft.com/office/drawing/2014/main" id="{468D725C-AAE9-4CDB-935D-B0DA1E354C4B}"/>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16074947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nd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49E27-7CDD-4911-B193-EF1903B149D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BEA19B5-91E3-4F4C-A589-6C6C950D6A58}"/>
              </a:ext>
            </a:extLst>
          </p:cNvPr>
          <p:cNvSpPr>
            <a:spLocks noGrp="1"/>
          </p:cNvSpPr>
          <p:nvPr>
            <p:ph sz="half" idx="1"/>
          </p:nvPr>
        </p:nvSpPr>
        <p:spPr>
          <a:xfrm>
            <a:off x="370800" y="1369219"/>
            <a:ext cx="4144050" cy="288845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FB69F488-B9A6-4E2A-A2EC-51E6AAB586AE}"/>
              </a:ext>
            </a:extLst>
          </p:cNvPr>
          <p:cNvSpPr>
            <a:spLocks noGrp="1"/>
          </p:cNvSpPr>
          <p:nvPr>
            <p:ph type="dt" sz="half" idx="10"/>
          </p:nvPr>
        </p:nvSpPr>
        <p:spPr/>
        <p:txBody>
          <a:bodyPr/>
          <a:lstStyle/>
          <a:p>
            <a:fld id="{8B365084-9161-3747-A063-F5549CDBF71F}" type="datetime1">
              <a:rPr lang="en-GB" smtClean="0"/>
              <a:t>03/02/2025</a:t>
            </a:fld>
            <a:endParaRPr lang="en-GB"/>
          </a:p>
        </p:txBody>
      </p:sp>
      <p:sp>
        <p:nvSpPr>
          <p:cNvPr id="6" name="Footer Placeholder 5">
            <a:extLst>
              <a:ext uri="{FF2B5EF4-FFF2-40B4-BE49-F238E27FC236}">
                <a16:creationId xmlns:a16="http://schemas.microsoft.com/office/drawing/2014/main" id="{14BD270F-0A31-4F75-86AC-E8F4F8DB1A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3094246-1144-49DF-80C6-487F327DED0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9" name="Picture Placeholder 8">
            <a:extLst>
              <a:ext uri="{FF2B5EF4-FFF2-40B4-BE49-F238E27FC236}">
                <a16:creationId xmlns:a16="http://schemas.microsoft.com/office/drawing/2014/main" id="{124EC5BB-E888-4D27-BEC1-966A6DA6EAE2}"/>
              </a:ext>
            </a:extLst>
          </p:cNvPr>
          <p:cNvSpPr>
            <a:spLocks noGrp="1"/>
          </p:cNvSpPr>
          <p:nvPr>
            <p:ph type="pic" sz="quarter" idx="13"/>
          </p:nvPr>
        </p:nvSpPr>
        <p:spPr>
          <a:xfrm>
            <a:off x="4629600" y="1369219"/>
            <a:ext cx="4143600" cy="2888456"/>
          </a:xfrm>
        </p:spPr>
        <p:txBody>
          <a:bodyPr/>
          <a:lstStyle>
            <a:lvl1pPr>
              <a:defRPr/>
            </a:lvl1pPr>
          </a:lstStyle>
          <a:p>
            <a:r>
              <a:rPr lang="en-US"/>
              <a:t>Click icon to add picture</a:t>
            </a:r>
            <a:endParaRPr lang="en-GB" dirty="0"/>
          </a:p>
        </p:txBody>
      </p:sp>
      <p:sp>
        <p:nvSpPr>
          <p:cNvPr id="10" name="Text Placeholder 8">
            <a:extLst>
              <a:ext uri="{FF2B5EF4-FFF2-40B4-BE49-F238E27FC236}">
                <a16:creationId xmlns:a16="http://schemas.microsoft.com/office/drawing/2014/main" id="{32BAE0BB-4BE9-4013-AF3D-6E35AC40267B}"/>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9663677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p:bg>
      <p:bgPr>
        <a:solidFill>
          <a:schemeClr val="bg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98CD2CEE-C7C6-454F-BABA-D3C681293B7D}"/>
              </a:ext>
            </a:extLst>
          </p:cNvPr>
          <p:cNvSpPr>
            <a:spLocks noGrp="1"/>
          </p:cNvSpPr>
          <p:nvPr>
            <p:ph type="pic" sz="quarter" idx="13"/>
          </p:nvPr>
        </p:nvSpPr>
        <p:spPr>
          <a:xfrm>
            <a:off x="370800" y="335674"/>
            <a:ext cx="8402400" cy="3553088"/>
          </a:xfrm>
          <a:prstGeom prst="rect">
            <a:avLst/>
          </a:prstGeom>
        </p:spPr>
        <p:txBody>
          <a:bodyPr/>
          <a:lstStyle>
            <a:lvl1pPr>
              <a:defRPr/>
            </a:lvl1pPr>
          </a:lstStyle>
          <a:p>
            <a:r>
              <a:rPr lang="en-US"/>
              <a:t>Click icon to add picture</a:t>
            </a:r>
            <a:endParaRPr lang="en-US" dirty="0"/>
          </a:p>
        </p:txBody>
      </p:sp>
      <p:sp>
        <p:nvSpPr>
          <p:cNvPr id="3" name="Date Placeholder 2">
            <a:extLst>
              <a:ext uri="{FF2B5EF4-FFF2-40B4-BE49-F238E27FC236}">
                <a16:creationId xmlns:a16="http://schemas.microsoft.com/office/drawing/2014/main" id="{E10179F0-3632-4679-B6A5-46A0CB570E33}"/>
              </a:ext>
            </a:extLst>
          </p:cNvPr>
          <p:cNvSpPr>
            <a:spLocks noGrp="1"/>
          </p:cNvSpPr>
          <p:nvPr>
            <p:ph type="dt" sz="half" idx="10"/>
          </p:nvPr>
        </p:nvSpPr>
        <p:spPr/>
        <p:txBody>
          <a:bodyPr/>
          <a:lstStyle/>
          <a:p>
            <a:fld id="{FB1AC19D-F2D4-7642-868D-C526A37D1EA8}" type="datetime1">
              <a:rPr lang="en-GB" smtClean="0"/>
              <a:t>03/02/2025</a:t>
            </a:fld>
            <a:endParaRPr lang="en-GB"/>
          </a:p>
        </p:txBody>
      </p:sp>
      <p:sp>
        <p:nvSpPr>
          <p:cNvPr id="4" name="Footer Placeholder 3">
            <a:extLst>
              <a:ext uri="{FF2B5EF4-FFF2-40B4-BE49-F238E27FC236}">
                <a16:creationId xmlns:a16="http://schemas.microsoft.com/office/drawing/2014/main" id="{DD3D66F0-0409-41B5-8F0F-17515FC29F6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2F6746-0473-414F-B00B-B98335701938}"/>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11" name="Rectangle 10">
            <a:extLst>
              <a:ext uri="{FF2B5EF4-FFF2-40B4-BE49-F238E27FC236}">
                <a16:creationId xmlns:a16="http://schemas.microsoft.com/office/drawing/2014/main" id="{F658813F-CBC4-43D6-900B-5F80FF478B19}"/>
              </a:ext>
            </a:extLst>
          </p:cNvPr>
          <p:cNvSpPr/>
          <p:nvPr userDrawn="1"/>
        </p:nvSpPr>
        <p:spPr>
          <a:xfrm>
            <a:off x="0" y="0"/>
            <a:ext cx="9144000" cy="42243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8">
            <a:extLst>
              <a:ext uri="{FF2B5EF4-FFF2-40B4-BE49-F238E27FC236}">
                <a16:creationId xmlns:a16="http://schemas.microsoft.com/office/drawing/2014/main" id="{537F3769-E705-45F8-B619-2787E8777E8C}"/>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
        <p:nvSpPr>
          <p:cNvPr id="15" name="Title 1">
            <a:extLst>
              <a:ext uri="{FF2B5EF4-FFF2-40B4-BE49-F238E27FC236}">
                <a16:creationId xmlns:a16="http://schemas.microsoft.com/office/drawing/2014/main" id="{9A113D54-2F93-4A2E-8BB5-789218AEBACE}"/>
              </a:ext>
            </a:extLst>
          </p:cNvPr>
          <p:cNvSpPr>
            <a:spLocks noGrp="1"/>
          </p:cNvSpPr>
          <p:nvPr>
            <p:ph type="title" hasCustomPrompt="1"/>
          </p:nvPr>
        </p:nvSpPr>
        <p:spPr>
          <a:xfrm>
            <a:off x="5628824" y="4348122"/>
            <a:ext cx="3143250" cy="690297"/>
          </a:xfrm>
        </p:spPr>
        <p:txBody>
          <a:bodyPr anchor="b"/>
          <a:lstStyle>
            <a:lvl1pPr>
              <a:defRPr sz="2400"/>
            </a:lvl1pPr>
          </a:lstStyle>
          <a:p>
            <a:r>
              <a:rPr lang="en-US" dirty="0"/>
              <a:t>Click to add</a:t>
            </a:r>
            <a:br>
              <a:rPr lang="en-US" dirty="0"/>
            </a:br>
            <a:r>
              <a:rPr lang="en-US" dirty="0"/>
              <a:t>image caption</a:t>
            </a:r>
            <a:endParaRPr lang="en-GB" dirty="0"/>
          </a:p>
        </p:txBody>
      </p:sp>
    </p:spTree>
    <p:extLst>
      <p:ext uri="{BB962C8B-B14F-4D97-AF65-F5344CB8AC3E}">
        <p14:creationId xmlns:p14="http://schemas.microsoft.com/office/powerpoint/2010/main" val="26972956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E666FB1-7EB8-48D4-BBC6-25C76E69EA69}"/>
              </a:ext>
            </a:extLst>
          </p:cNvPr>
          <p:cNvSpPr>
            <a:spLocks noGrp="1"/>
          </p:cNvSpPr>
          <p:nvPr>
            <p:ph type="dt" sz="half" idx="10"/>
          </p:nvPr>
        </p:nvSpPr>
        <p:spPr/>
        <p:txBody>
          <a:bodyPr/>
          <a:lstStyle/>
          <a:p>
            <a:fld id="{15C15BD1-B18D-834A-99F4-C638BE0B6DFD}" type="datetime1">
              <a:rPr lang="en-GB" smtClean="0"/>
              <a:t>03/02/2025</a:t>
            </a:fld>
            <a:endParaRPr lang="en-GB" dirty="0"/>
          </a:p>
        </p:txBody>
      </p:sp>
      <p:sp>
        <p:nvSpPr>
          <p:cNvPr id="4" name="Footer Placeholder 3">
            <a:extLst>
              <a:ext uri="{FF2B5EF4-FFF2-40B4-BE49-F238E27FC236}">
                <a16:creationId xmlns:a16="http://schemas.microsoft.com/office/drawing/2014/main" id="{6808E062-8FFD-4BEA-9E4D-0665BABE60B6}"/>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6FD1732-3E34-49BE-8B77-1A0F750E24F4}"/>
              </a:ext>
            </a:extLst>
          </p:cNvPr>
          <p:cNvSpPr>
            <a:spLocks noGrp="1"/>
          </p:cNvSpPr>
          <p:nvPr>
            <p:ph type="sldNum" sz="quarter" idx="12"/>
          </p:nvPr>
        </p:nvSpPr>
        <p:spPr/>
        <p:txBody>
          <a:bodyPr/>
          <a:lstStyle/>
          <a:p>
            <a:fld id="{67DE1CF8-1877-4310-8670-A269E8016CAC}" type="slidenum">
              <a:rPr lang="en-GB" smtClean="0"/>
              <a:pPr/>
              <a:t>‹#›</a:t>
            </a:fld>
            <a:endParaRPr lang="en-GB" dirty="0"/>
          </a:p>
        </p:txBody>
      </p:sp>
      <p:sp>
        <p:nvSpPr>
          <p:cNvPr id="6" name="Picture Placeholder 4">
            <a:extLst>
              <a:ext uri="{FF2B5EF4-FFF2-40B4-BE49-F238E27FC236}">
                <a16:creationId xmlns:a16="http://schemas.microsoft.com/office/drawing/2014/main" id="{1DD2EA03-0958-4D81-9330-2608322C4FFA}"/>
              </a:ext>
            </a:extLst>
          </p:cNvPr>
          <p:cNvSpPr>
            <a:spLocks noGrp="1"/>
          </p:cNvSpPr>
          <p:nvPr>
            <p:ph type="pic" sz="quarter" idx="13" hasCustomPrompt="1"/>
          </p:nvPr>
        </p:nvSpPr>
        <p:spPr>
          <a:xfrm>
            <a:off x="0" y="0"/>
            <a:ext cx="9144000" cy="4267200"/>
          </a:xfrm>
          <a:prstGeom prst="rect">
            <a:avLst/>
          </a:prstGeom>
        </p:spPr>
        <p:txBody>
          <a:bodyPr/>
          <a:lstStyle>
            <a:lvl1pPr>
              <a:defRPr/>
            </a:lvl1pPr>
          </a:lstStyle>
          <a:p>
            <a:r>
              <a:rPr lang="en-US" dirty="0"/>
              <a:t>Click icon to add full bleed picture</a:t>
            </a:r>
          </a:p>
        </p:txBody>
      </p:sp>
      <p:sp>
        <p:nvSpPr>
          <p:cNvPr id="8" name="Text Placeholder 8">
            <a:extLst>
              <a:ext uri="{FF2B5EF4-FFF2-40B4-BE49-F238E27FC236}">
                <a16:creationId xmlns:a16="http://schemas.microsoft.com/office/drawing/2014/main" id="{DFDD3E05-6D12-46A2-94B1-792D69D6D8D0}"/>
              </a:ext>
            </a:extLst>
          </p:cNvPr>
          <p:cNvSpPr>
            <a:spLocks noGrp="1"/>
          </p:cNvSpPr>
          <p:nvPr>
            <p:ph type="body" sz="quarter" idx="14"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
        <p:nvSpPr>
          <p:cNvPr id="9" name="Title 1">
            <a:extLst>
              <a:ext uri="{FF2B5EF4-FFF2-40B4-BE49-F238E27FC236}">
                <a16:creationId xmlns:a16="http://schemas.microsoft.com/office/drawing/2014/main" id="{669A0CDB-B305-4654-820B-083E7FB4BF93}"/>
              </a:ext>
            </a:extLst>
          </p:cNvPr>
          <p:cNvSpPr>
            <a:spLocks noGrp="1"/>
          </p:cNvSpPr>
          <p:nvPr>
            <p:ph type="title" hasCustomPrompt="1"/>
          </p:nvPr>
        </p:nvSpPr>
        <p:spPr>
          <a:xfrm>
            <a:off x="5628824" y="4348122"/>
            <a:ext cx="3143250" cy="690297"/>
          </a:xfrm>
        </p:spPr>
        <p:txBody>
          <a:bodyPr anchor="b"/>
          <a:lstStyle>
            <a:lvl1pPr>
              <a:defRPr sz="2400"/>
            </a:lvl1pPr>
          </a:lstStyle>
          <a:p>
            <a:r>
              <a:rPr lang="en-US" dirty="0"/>
              <a:t>Click to add</a:t>
            </a:r>
            <a:br>
              <a:rPr lang="en-US" dirty="0"/>
            </a:br>
            <a:r>
              <a:rPr lang="en-US" dirty="0"/>
              <a:t>image caption</a:t>
            </a:r>
            <a:endParaRPr lang="en-GB" dirty="0"/>
          </a:p>
        </p:txBody>
      </p:sp>
    </p:spTree>
    <p:extLst>
      <p:ext uri="{BB962C8B-B14F-4D97-AF65-F5344CB8AC3E}">
        <p14:creationId xmlns:p14="http://schemas.microsoft.com/office/powerpoint/2010/main" val="554629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244F-AB7D-4A1B-B659-7C45DEE6D9EC}"/>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4621212D-E935-40DA-A8C3-8B44174E606C}"/>
              </a:ext>
            </a:extLst>
          </p:cNvPr>
          <p:cNvSpPr>
            <a:spLocks noGrp="1"/>
          </p:cNvSpPr>
          <p:nvPr>
            <p:ph type="dt" sz="half" idx="10"/>
          </p:nvPr>
        </p:nvSpPr>
        <p:spPr/>
        <p:txBody>
          <a:bodyPr/>
          <a:lstStyle/>
          <a:p>
            <a:fld id="{7F843262-5FF2-6A45-BA34-97AA2AEB8007}" type="datetime1">
              <a:rPr lang="en-GB" smtClean="0"/>
              <a:t>03/02/2025</a:t>
            </a:fld>
            <a:endParaRPr lang="en-GB" dirty="0"/>
          </a:p>
        </p:txBody>
      </p:sp>
      <p:sp>
        <p:nvSpPr>
          <p:cNvPr id="4" name="Footer Placeholder 3">
            <a:extLst>
              <a:ext uri="{FF2B5EF4-FFF2-40B4-BE49-F238E27FC236}">
                <a16:creationId xmlns:a16="http://schemas.microsoft.com/office/drawing/2014/main" id="{32684AF7-63FF-4F17-8CEC-05F9D0F11F1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32C3E4AC-67E3-4249-9DF5-A4C70E5F12DF}"/>
              </a:ext>
            </a:extLst>
          </p:cNvPr>
          <p:cNvSpPr>
            <a:spLocks noGrp="1"/>
          </p:cNvSpPr>
          <p:nvPr>
            <p:ph type="sldNum" sz="quarter" idx="12"/>
          </p:nvPr>
        </p:nvSpPr>
        <p:spPr/>
        <p:txBody>
          <a:bodyPr/>
          <a:lstStyle/>
          <a:p>
            <a:fld id="{67DE1CF8-1877-4310-8670-A269E8016CAC}" type="slidenum">
              <a:rPr lang="en-GB" smtClean="0"/>
              <a:pPr/>
              <a:t>‹#›</a:t>
            </a:fld>
            <a:endParaRPr lang="en-GB" dirty="0"/>
          </a:p>
        </p:txBody>
      </p:sp>
      <p:sp>
        <p:nvSpPr>
          <p:cNvPr id="7" name="Text Placeholder 8">
            <a:extLst>
              <a:ext uri="{FF2B5EF4-FFF2-40B4-BE49-F238E27FC236}">
                <a16:creationId xmlns:a16="http://schemas.microsoft.com/office/drawing/2014/main" id="{DCC63C9E-7E1E-4F20-85EA-9038E012822F}"/>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24575785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5926B6-9036-4126-AE1F-8A37EA538A2C}"/>
              </a:ext>
            </a:extLst>
          </p:cNvPr>
          <p:cNvSpPr>
            <a:spLocks noGrp="1"/>
          </p:cNvSpPr>
          <p:nvPr>
            <p:ph type="dt" sz="half" idx="10"/>
          </p:nvPr>
        </p:nvSpPr>
        <p:spPr/>
        <p:txBody>
          <a:bodyPr/>
          <a:lstStyle/>
          <a:p>
            <a:fld id="{D1424895-DD88-4B43-88FA-2DB2DB29E7C5}" type="datetime1">
              <a:rPr lang="en-GB" smtClean="0"/>
              <a:t>03/02/2025</a:t>
            </a:fld>
            <a:endParaRPr lang="en-GB"/>
          </a:p>
        </p:txBody>
      </p:sp>
      <p:sp>
        <p:nvSpPr>
          <p:cNvPr id="3" name="Footer Placeholder 2">
            <a:extLst>
              <a:ext uri="{FF2B5EF4-FFF2-40B4-BE49-F238E27FC236}">
                <a16:creationId xmlns:a16="http://schemas.microsoft.com/office/drawing/2014/main" id="{889A293D-86F4-467C-A6B2-024611FA1E2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8759A11-3108-4192-81AD-C415E05429B6}"/>
              </a:ext>
            </a:extLst>
          </p:cNvPr>
          <p:cNvSpPr>
            <a:spLocks noGrp="1"/>
          </p:cNvSpPr>
          <p:nvPr>
            <p:ph type="sldNum" sz="quarter" idx="12"/>
          </p:nvPr>
        </p:nvSpPr>
        <p:spPr/>
        <p:txBody>
          <a:bodyPr/>
          <a:lstStyle/>
          <a:p>
            <a:fld id="{67DE1CF8-1877-4310-8670-A269E8016CAC}" type="slidenum">
              <a:rPr lang="en-GB" smtClean="0"/>
              <a:t>‹#›</a:t>
            </a:fld>
            <a:endParaRPr lang="en-GB"/>
          </a:p>
        </p:txBody>
      </p:sp>
      <p:sp>
        <p:nvSpPr>
          <p:cNvPr id="6" name="Text Placeholder 8">
            <a:extLst>
              <a:ext uri="{FF2B5EF4-FFF2-40B4-BE49-F238E27FC236}">
                <a16:creationId xmlns:a16="http://schemas.microsoft.com/office/drawing/2014/main" id="{1A8CC2A1-E9A8-4F00-A0F1-04D3A857FD74}"/>
              </a:ext>
            </a:extLst>
          </p:cNvPr>
          <p:cNvSpPr>
            <a:spLocks noGrp="1"/>
          </p:cNvSpPr>
          <p:nvPr>
            <p:ph type="body" sz="quarter" idx="13" hasCustomPrompt="1"/>
          </p:nvPr>
        </p:nvSpPr>
        <p:spPr>
          <a:xfrm>
            <a:off x="385200" y="4579200"/>
            <a:ext cx="3484800" cy="453600"/>
          </a:xfrm>
        </p:spPr>
        <p:txBody>
          <a:bodyPr>
            <a:noAutofit/>
          </a:bodyPr>
          <a:lstStyle>
            <a:lvl1pPr marL="0" indent="0">
              <a:lnSpc>
                <a:spcPct val="100000"/>
              </a:lnSpc>
              <a:buNone/>
              <a:defRPr sz="2300">
                <a:solidFill>
                  <a:schemeClr val="accent5"/>
                </a:solidFill>
                <a:latin typeface="Rockwell" panose="02060603020205020403" pitchFamily="18" charset="77"/>
              </a:defRPr>
            </a:lvl1pPr>
          </a:lstStyle>
          <a:p>
            <a:pPr lvl="0"/>
            <a:r>
              <a:rPr lang="en-US" dirty="0"/>
              <a:t>bristol.ac.uk/&lt;add </a:t>
            </a:r>
            <a:r>
              <a:rPr lang="en-US" dirty="0" err="1"/>
              <a:t>url</a:t>
            </a:r>
            <a:r>
              <a:rPr lang="en-US" dirty="0"/>
              <a:t>&gt;</a:t>
            </a:r>
            <a:endParaRPr lang="en-GB" dirty="0"/>
          </a:p>
        </p:txBody>
      </p:sp>
    </p:spTree>
    <p:extLst>
      <p:ext uri="{BB962C8B-B14F-4D97-AF65-F5344CB8AC3E}">
        <p14:creationId xmlns:p14="http://schemas.microsoft.com/office/powerpoint/2010/main" val="643161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7C7EFF-4B85-47B4-9AEE-BAC2AEA4EE42}"/>
              </a:ext>
            </a:extLst>
          </p:cNvPr>
          <p:cNvSpPr>
            <a:spLocks noGrp="1"/>
          </p:cNvSpPr>
          <p:nvPr>
            <p:ph type="title"/>
          </p:nvPr>
        </p:nvSpPr>
        <p:spPr>
          <a:xfrm>
            <a:off x="370800" y="273844"/>
            <a:ext cx="8402400" cy="994172"/>
          </a:xfrm>
          <a:prstGeom prst="rect">
            <a:avLst/>
          </a:prstGeom>
        </p:spPr>
        <p:txBody>
          <a:bodyPr vert="horz" lIns="91440" tIns="45720" rIns="91440" bIns="45720" rtlCol="0" anchor="ctr">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83BE355A-FC37-40C1-881B-11D9A87A1E61}"/>
              </a:ext>
            </a:extLst>
          </p:cNvPr>
          <p:cNvSpPr>
            <a:spLocks noGrp="1"/>
          </p:cNvSpPr>
          <p:nvPr>
            <p:ph type="body" idx="1"/>
          </p:nvPr>
        </p:nvSpPr>
        <p:spPr>
          <a:xfrm>
            <a:off x="370800" y="1369219"/>
            <a:ext cx="8402400" cy="289491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93AC79F3-7BFD-4B2B-9937-D0CB01C01D76}"/>
              </a:ext>
            </a:extLst>
          </p:cNvPr>
          <p:cNvSpPr>
            <a:spLocks noGrp="1"/>
          </p:cNvSpPr>
          <p:nvPr>
            <p:ph type="dt" sz="half" idx="2"/>
          </p:nvPr>
        </p:nvSpPr>
        <p:spPr>
          <a:xfrm>
            <a:off x="370800" y="4361092"/>
            <a:ext cx="2057400" cy="273844"/>
          </a:xfrm>
          <a:prstGeom prst="rect">
            <a:avLst/>
          </a:prstGeom>
        </p:spPr>
        <p:txBody>
          <a:bodyPr vert="horz" lIns="91440" tIns="45720" rIns="91440" bIns="45720" rtlCol="0" anchor="ctr"/>
          <a:lstStyle>
            <a:lvl1pPr algn="l">
              <a:defRPr sz="1200" b="0">
                <a:solidFill>
                  <a:schemeClr val="tx1"/>
                </a:solidFill>
                <a:latin typeface="Arial" panose="020B0604020202020204" pitchFamily="34" charset="0"/>
                <a:cs typeface="Arial" panose="020B0604020202020204" pitchFamily="34" charset="0"/>
              </a:defRPr>
            </a:lvl1pPr>
          </a:lstStyle>
          <a:p>
            <a:fld id="{1B474C9E-6321-634B-81CF-C286D2ACD081}" type="datetime1">
              <a:rPr lang="en-GB" smtClean="0"/>
              <a:t>03/02/2025</a:t>
            </a:fld>
            <a:endParaRPr lang="en-GB" dirty="0"/>
          </a:p>
        </p:txBody>
      </p:sp>
      <p:sp>
        <p:nvSpPr>
          <p:cNvPr id="5" name="Footer Placeholder 4">
            <a:extLst>
              <a:ext uri="{FF2B5EF4-FFF2-40B4-BE49-F238E27FC236}">
                <a16:creationId xmlns:a16="http://schemas.microsoft.com/office/drawing/2014/main" id="{85D0D257-02C6-4B88-B728-A31860AD3CB2}"/>
              </a:ext>
            </a:extLst>
          </p:cNvPr>
          <p:cNvSpPr>
            <a:spLocks noGrp="1"/>
          </p:cNvSpPr>
          <p:nvPr>
            <p:ph type="ftr" sz="quarter" idx="3"/>
          </p:nvPr>
        </p:nvSpPr>
        <p:spPr>
          <a:xfrm>
            <a:off x="6715800" y="4361092"/>
            <a:ext cx="2057400" cy="273844"/>
          </a:xfrm>
          <a:prstGeom prst="rect">
            <a:avLst/>
          </a:prstGeom>
        </p:spPr>
        <p:txBody>
          <a:bodyPr vert="horz" lIns="91440" tIns="45720" rIns="91440" bIns="45720" rtlCol="0" anchor="ctr"/>
          <a:lstStyle>
            <a:lvl1pPr algn="r">
              <a:defRPr sz="1200" b="0">
                <a:solidFill>
                  <a:schemeClr val="tx1"/>
                </a:solidFill>
                <a:latin typeface="Arial" panose="020B0604020202020204" pitchFamily="34" charset="0"/>
                <a:cs typeface="Arial" panose="020B0604020202020204" pitchFamily="34" charset="0"/>
              </a:defRPr>
            </a:lvl1pPr>
          </a:lstStyle>
          <a:p>
            <a:endParaRPr lang="en-GB" dirty="0"/>
          </a:p>
        </p:txBody>
      </p:sp>
      <p:sp>
        <p:nvSpPr>
          <p:cNvPr id="6" name="Slide Number Placeholder 5">
            <a:extLst>
              <a:ext uri="{FF2B5EF4-FFF2-40B4-BE49-F238E27FC236}">
                <a16:creationId xmlns:a16="http://schemas.microsoft.com/office/drawing/2014/main" id="{3201B7CE-A778-4036-BB74-3EFF1FE745A8}"/>
              </a:ext>
            </a:extLst>
          </p:cNvPr>
          <p:cNvSpPr>
            <a:spLocks noGrp="1"/>
          </p:cNvSpPr>
          <p:nvPr>
            <p:ph type="sldNum" sz="quarter" idx="4"/>
          </p:nvPr>
        </p:nvSpPr>
        <p:spPr>
          <a:xfrm>
            <a:off x="4321627" y="4771676"/>
            <a:ext cx="540000" cy="273844"/>
          </a:xfrm>
          <a:prstGeom prst="rect">
            <a:avLst/>
          </a:prstGeom>
        </p:spPr>
        <p:txBody>
          <a:bodyPr vert="horz" lIns="91440" tIns="45720" rIns="91440" bIns="45720" rtlCol="0" anchor="ctr"/>
          <a:lstStyle>
            <a:lvl1pPr algn="ctr">
              <a:defRPr sz="1200" b="0">
                <a:solidFill>
                  <a:schemeClr val="tx1"/>
                </a:solidFill>
                <a:latin typeface="Arial" panose="020B0604020202020204" pitchFamily="34" charset="0"/>
                <a:cs typeface="Arial" panose="020B0604020202020204" pitchFamily="34" charset="0"/>
              </a:defRPr>
            </a:lvl1pPr>
          </a:lstStyle>
          <a:p>
            <a:fld id="{67DE1CF8-1877-4310-8670-A269E8016CAC}" type="slidenum">
              <a:rPr lang="en-GB" smtClean="0"/>
              <a:pPr/>
              <a:t>‹#›</a:t>
            </a:fld>
            <a:endParaRPr lang="en-GB" dirty="0"/>
          </a:p>
        </p:txBody>
      </p:sp>
    </p:spTree>
    <p:extLst>
      <p:ext uri="{BB962C8B-B14F-4D97-AF65-F5344CB8AC3E}">
        <p14:creationId xmlns:p14="http://schemas.microsoft.com/office/powerpoint/2010/main" val="3099803651"/>
      </p:ext>
    </p:extLst>
  </p:cSld>
  <p:clrMap bg1="lt1" tx1="dk1" bg2="lt2" tx2="dk2" accent1="accent1" accent2="accent2" accent3="accent3" accent4="accent4" accent5="accent5" accent6="accent6" hlink="hlink" folHlink="folHlink"/>
  <p:sldLayoutIdLst>
    <p:sldLayoutId id="2147483694" r:id="rId1"/>
    <p:sldLayoutId id="2147483674" r:id="rId2"/>
    <p:sldLayoutId id="2147483670" r:id="rId3"/>
    <p:sldLayoutId id="2147483669" r:id="rId4"/>
    <p:sldLayoutId id="2147483672" r:id="rId5"/>
    <p:sldLayoutId id="2147483671" r:id="rId6"/>
    <p:sldLayoutId id="2147483673" r:id="rId7"/>
    <p:sldLayoutId id="2147483675" r:id="rId8"/>
    <p:sldLayoutId id="2147483676" r:id="rId9"/>
    <p:sldLayoutId id="2147483677" r:id="rId10"/>
    <p:sldLayoutId id="2147483678" r:id="rId11"/>
    <p:sldLayoutId id="2147483679" r:id="rId12"/>
    <p:sldLayoutId id="2147483680" r:id="rId13"/>
    <p:sldLayoutId id="2147483723" r:id="rId14"/>
  </p:sldLayoutIdLst>
  <p:hf sldNum="0" hdr="0" ftr="0" dt="0"/>
  <p:txStyles>
    <p:titleStyle>
      <a:lvl1pPr algn="l" defTabSz="685800" rtl="0" eaLnBrk="1" latinLnBrk="0" hangingPunct="1">
        <a:lnSpc>
          <a:spcPct val="90000"/>
        </a:lnSpc>
        <a:spcBef>
          <a:spcPct val="0"/>
        </a:spcBef>
        <a:buNone/>
        <a:defRPr sz="3200" b="0" i="0" kern="1200">
          <a:solidFill>
            <a:schemeClr val="tx1"/>
          </a:solidFill>
          <a:latin typeface="Rockwell" panose="02060603020205020403" pitchFamily="18" charset="77"/>
          <a:ea typeface="+mj-ea"/>
          <a:cs typeface="+mj-cs"/>
        </a:defRPr>
      </a:lvl1pPr>
    </p:titleStyle>
    <p:body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7C7EFF-4B85-47B4-9AEE-BAC2AEA4EE42}"/>
              </a:ext>
            </a:extLst>
          </p:cNvPr>
          <p:cNvSpPr>
            <a:spLocks noGrp="1"/>
          </p:cNvSpPr>
          <p:nvPr>
            <p:ph type="title"/>
          </p:nvPr>
        </p:nvSpPr>
        <p:spPr>
          <a:xfrm>
            <a:off x="370800" y="273844"/>
            <a:ext cx="8402400" cy="994172"/>
          </a:xfrm>
          <a:prstGeom prst="rect">
            <a:avLst/>
          </a:prstGeom>
        </p:spPr>
        <p:txBody>
          <a:bodyPr vert="horz" lIns="91440" tIns="45720" rIns="91440" bIns="45720" rtlCol="0" anchor="ctr">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83BE355A-FC37-40C1-881B-11D9A87A1E61}"/>
              </a:ext>
            </a:extLst>
          </p:cNvPr>
          <p:cNvSpPr>
            <a:spLocks noGrp="1"/>
          </p:cNvSpPr>
          <p:nvPr>
            <p:ph type="body" idx="1"/>
          </p:nvPr>
        </p:nvSpPr>
        <p:spPr>
          <a:xfrm>
            <a:off x="370800" y="1369219"/>
            <a:ext cx="8402400" cy="2894917"/>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93AC79F3-7BFD-4B2B-9937-D0CB01C01D76}"/>
              </a:ext>
            </a:extLst>
          </p:cNvPr>
          <p:cNvSpPr>
            <a:spLocks noGrp="1"/>
          </p:cNvSpPr>
          <p:nvPr>
            <p:ph type="dt" sz="half" idx="2"/>
          </p:nvPr>
        </p:nvSpPr>
        <p:spPr>
          <a:xfrm>
            <a:off x="370800" y="4361092"/>
            <a:ext cx="2057400" cy="273844"/>
          </a:xfrm>
          <a:prstGeom prst="rect">
            <a:avLst/>
          </a:prstGeom>
        </p:spPr>
        <p:txBody>
          <a:bodyPr vert="horz" lIns="91440" tIns="45720" rIns="91440" bIns="45720" rtlCol="0" anchor="ctr"/>
          <a:lstStyle>
            <a:lvl1pPr algn="l">
              <a:defRPr sz="1200" b="0">
                <a:solidFill>
                  <a:schemeClr val="tx1"/>
                </a:solidFill>
                <a:latin typeface="Arial" panose="020B0604020202020204" pitchFamily="34" charset="0"/>
                <a:cs typeface="Arial" panose="020B0604020202020204" pitchFamily="34" charset="0"/>
              </a:defRPr>
            </a:lvl1pPr>
          </a:lstStyle>
          <a:p>
            <a:fld id="{3EBBD269-D761-A24E-8260-C77355788E38}" type="datetime1">
              <a:rPr lang="en-GB" smtClean="0"/>
              <a:t>03/02/2025</a:t>
            </a:fld>
            <a:endParaRPr lang="en-GB" dirty="0"/>
          </a:p>
        </p:txBody>
      </p:sp>
      <p:sp>
        <p:nvSpPr>
          <p:cNvPr id="5" name="Footer Placeholder 4">
            <a:extLst>
              <a:ext uri="{FF2B5EF4-FFF2-40B4-BE49-F238E27FC236}">
                <a16:creationId xmlns:a16="http://schemas.microsoft.com/office/drawing/2014/main" id="{85D0D257-02C6-4B88-B728-A31860AD3CB2}"/>
              </a:ext>
            </a:extLst>
          </p:cNvPr>
          <p:cNvSpPr>
            <a:spLocks noGrp="1"/>
          </p:cNvSpPr>
          <p:nvPr>
            <p:ph type="ftr" sz="quarter" idx="3"/>
          </p:nvPr>
        </p:nvSpPr>
        <p:spPr>
          <a:xfrm>
            <a:off x="6715800" y="4361092"/>
            <a:ext cx="2057400" cy="273844"/>
          </a:xfrm>
          <a:prstGeom prst="rect">
            <a:avLst/>
          </a:prstGeom>
        </p:spPr>
        <p:txBody>
          <a:bodyPr vert="horz" lIns="91440" tIns="45720" rIns="91440" bIns="45720" rtlCol="0" anchor="ctr"/>
          <a:lstStyle>
            <a:lvl1pPr algn="r">
              <a:defRPr sz="1200" b="0">
                <a:solidFill>
                  <a:schemeClr val="tx1"/>
                </a:solidFill>
                <a:latin typeface="Arial" panose="020B0604020202020204" pitchFamily="34" charset="0"/>
                <a:cs typeface="Arial" panose="020B0604020202020204" pitchFamily="34" charset="0"/>
              </a:defRPr>
            </a:lvl1pPr>
          </a:lstStyle>
          <a:p>
            <a:endParaRPr lang="en-GB" dirty="0"/>
          </a:p>
        </p:txBody>
      </p:sp>
      <p:sp>
        <p:nvSpPr>
          <p:cNvPr id="6" name="Slide Number Placeholder 5">
            <a:extLst>
              <a:ext uri="{FF2B5EF4-FFF2-40B4-BE49-F238E27FC236}">
                <a16:creationId xmlns:a16="http://schemas.microsoft.com/office/drawing/2014/main" id="{3201B7CE-A778-4036-BB74-3EFF1FE745A8}"/>
              </a:ext>
            </a:extLst>
          </p:cNvPr>
          <p:cNvSpPr>
            <a:spLocks noGrp="1"/>
          </p:cNvSpPr>
          <p:nvPr>
            <p:ph type="sldNum" sz="quarter" idx="4"/>
          </p:nvPr>
        </p:nvSpPr>
        <p:spPr>
          <a:xfrm>
            <a:off x="4321627" y="4771676"/>
            <a:ext cx="540000" cy="273844"/>
          </a:xfrm>
          <a:prstGeom prst="rect">
            <a:avLst/>
          </a:prstGeom>
        </p:spPr>
        <p:txBody>
          <a:bodyPr vert="horz" lIns="91440" tIns="45720" rIns="91440" bIns="45720" rtlCol="0" anchor="ctr"/>
          <a:lstStyle>
            <a:lvl1pPr algn="ctr">
              <a:defRPr sz="1200" b="0">
                <a:solidFill>
                  <a:schemeClr val="tx1"/>
                </a:solidFill>
                <a:latin typeface="Arial" panose="020B0604020202020204" pitchFamily="34" charset="0"/>
                <a:cs typeface="Arial" panose="020B0604020202020204" pitchFamily="34" charset="0"/>
              </a:defRPr>
            </a:lvl1pPr>
          </a:lstStyle>
          <a:p>
            <a:fld id="{67DE1CF8-1877-4310-8670-A269E8016CAC}" type="slidenum">
              <a:rPr lang="en-GB" smtClean="0"/>
              <a:pPr/>
              <a:t>‹#›</a:t>
            </a:fld>
            <a:endParaRPr lang="en-GB" dirty="0"/>
          </a:p>
        </p:txBody>
      </p:sp>
    </p:spTree>
    <p:extLst>
      <p:ext uri="{BB962C8B-B14F-4D97-AF65-F5344CB8AC3E}">
        <p14:creationId xmlns:p14="http://schemas.microsoft.com/office/powerpoint/2010/main" val="3449210524"/>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 id="2147483712" r:id="rId4"/>
    <p:sldLayoutId id="2147483713" r:id="rId5"/>
    <p:sldLayoutId id="2147483714" r:id="rId6"/>
    <p:sldLayoutId id="2147483715" r:id="rId7"/>
    <p:sldLayoutId id="2147483717" r:id="rId8"/>
    <p:sldLayoutId id="2147483718" r:id="rId9"/>
    <p:sldLayoutId id="2147483719" r:id="rId10"/>
    <p:sldLayoutId id="2147483720" r:id="rId11"/>
    <p:sldLayoutId id="2147483721" r:id="rId12"/>
    <p:sldLayoutId id="2147483722" r:id="rId13"/>
  </p:sldLayoutIdLst>
  <p:hf sldNum="0" hdr="0" ftr="0" dt="0"/>
  <p:txStyles>
    <p:titleStyle>
      <a:lvl1pPr algn="l" defTabSz="685800" rtl="0" eaLnBrk="1" latinLnBrk="0" hangingPunct="1">
        <a:lnSpc>
          <a:spcPct val="90000"/>
        </a:lnSpc>
        <a:spcBef>
          <a:spcPct val="0"/>
        </a:spcBef>
        <a:buNone/>
        <a:defRPr sz="3200" b="0" i="0" kern="1200">
          <a:solidFill>
            <a:schemeClr val="tx1"/>
          </a:solidFill>
          <a:latin typeface="Rockwell" panose="02060603020205020403" pitchFamily="18" charset="77"/>
          <a:ea typeface="+mj-ea"/>
          <a:cs typeface="+mj-cs"/>
        </a:defRPr>
      </a:lvl1pPr>
    </p:titleStyle>
    <p:body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miro.medium.com/max/3460/1*f9XQxMUDkYkquZDDcccEJA.png" TargetMode="External"/><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xml"/><Relationship Id="rId7" Type="http://schemas.openxmlformats.org/officeDocument/2006/relationships/diagramColors" Target="../diagrams/colors1.xml"/><Relationship Id="rId2" Type="http://schemas.openxmlformats.org/officeDocument/2006/relationships/slideLayout" Target="../slideLayouts/slideLayout9.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3.xml"/><Relationship Id="rId5" Type="http://schemas.openxmlformats.org/officeDocument/2006/relationships/hyperlink" Target="https://docs.python.org/3/library/re.html" TargetMode="External"/><Relationship Id="rId4" Type="http://schemas.openxmlformats.org/officeDocument/2006/relationships/hyperlink" Target="https://github.com/berknology/text-preprocessin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9.xml"/><Relationship Id="rId1" Type="http://schemas.openxmlformats.org/officeDocument/2006/relationships/tags" Target="../tags/tag4.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9.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9.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9.xml"/><Relationship Id="rId1" Type="http://schemas.openxmlformats.org/officeDocument/2006/relationships/tags" Target="../tags/tag9.xml"/><Relationship Id="rId4" Type="http://schemas.openxmlformats.org/officeDocument/2006/relationships/image" Target="../media/image23.sv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9.xml"/><Relationship Id="rId1" Type="http://schemas.openxmlformats.org/officeDocument/2006/relationships/tags" Target="../tags/tag10.xml"/></Relationships>
</file>

<file path=ppt/slides/_rels/slide21.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slideLayout" Target="../slideLayouts/slideLayout9.xml"/><Relationship Id="rId1" Type="http://schemas.openxmlformats.org/officeDocument/2006/relationships/tags" Target="../tags/tag11.xml"/><Relationship Id="rId4" Type="http://schemas.openxmlformats.org/officeDocument/2006/relationships/image" Target="../media/image230.png"/></Relationships>
</file>

<file path=ppt/slides/_rels/slide22.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9.xml"/><Relationship Id="rId1" Type="http://schemas.openxmlformats.org/officeDocument/2006/relationships/tags" Target="../tags/tag12.xml"/><Relationship Id="rId4" Type="http://schemas.openxmlformats.org/officeDocument/2006/relationships/hyperlink" Target="https://www.analyticsvidhya.com/blog/2021/11/how-sklearns-tfidfvectorizer-calculates-tf-idf-values/"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tags" Target="../tags/tag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7423598-8A7A-9889-914D-11CDA8614DA2}"/>
              </a:ext>
            </a:extLst>
          </p:cNvPr>
          <p:cNvSpPr>
            <a:spLocks noGrp="1"/>
          </p:cNvSpPr>
          <p:nvPr>
            <p:ph type="ctrTitle"/>
          </p:nvPr>
        </p:nvSpPr>
        <p:spPr>
          <a:xfrm>
            <a:off x="251157" y="1271190"/>
            <a:ext cx="5862564" cy="1955799"/>
          </a:xfrm>
        </p:spPr>
        <p:txBody>
          <a:bodyPr/>
          <a:lstStyle/>
          <a:p>
            <a:br>
              <a:rPr lang="en-US" sz="2800" dirty="0"/>
            </a:br>
            <a:br>
              <a:rPr lang="en-US" sz="2800" dirty="0"/>
            </a:br>
            <a:r>
              <a:rPr lang="en-US" sz="2800" dirty="0"/>
              <a:t>EFIMM0139:</a:t>
            </a:r>
            <a:br>
              <a:rPr lang="en-US" sz="2800" dirty="0"/>
            </a:br>
            <a:r>
              <a:rPr lang="en-US" sz="2800" dirty="0"/>
              <a:t>Social Media and Web Analytics</a:t>
            </a:r>
            <a:br>
              <a:rPr lang="en-US" sz="2800" dirty="0"/>
            </a:br>
            <a:br>
              <a:rPr lang="en-US" sz="3200" dirty="0"/>
            </a:br>
            <a:r>
              <a:rPr lang="en-US" sz="2400" b="1" dirty="0"/>
              <a:t>Week 5: Introduction to Natural </a:t>
            </a:r>
            <a:r>
              <a:rPr lang="en-US" sz="2400" b="1"/>
              <a:t>Language Processing-Part one</a:t>
            </a:r>
            <a:endParaRPr lang="en-US" sz="2400" b="1" dirty="0"/>
          </a:p>
        </p:txBody>
      </p:sp>
      <p:sp>
        <p:nvSpPr>
          <p:cNvPr id="6" name="TextBox 5">
            <a:extLst>
              <a:ext uri="{FF2B5EF4-FFF2-40B4-BE49-F238E27FC236}">
                <a16:creationId xmlns:a16="http://schemas.microsoft.com/office/drawing/2014/main" id="{43526948-AA15-C1E5-0662-1A1C4CD84D3A}"/>
              </a:ext>
            </a:extLst>
          </p:cNvPr>
          <p:cNvSpPr txBox="1"/>
          <p:nvPr/>
        </p:nvSpPr>
        <p:spPr>
          <a:xfrm>
            <a:off x="251157" y="4025662"/>
            <a:ext cx="5037667" cy="523220"/>
          </a:xfrm>
          <a:prstGeom prst="rect">
            <a:avLst/>
          </a:prstGeom>
          <a:noFill/>
        </p:spPr>
        <p:txBody>
          <a:bodyPr wrap="square" rtlCol="0">
            <a:spAutoFit/>
          </a:bodyPr>
          <a:lstStyle/>
          <a:p>
            <a:r>
              <a:rPr lang="en-US" sz="1400" dirty="0"/>
              <a:t>Dr. Wen Zhang, PhD, FHEA</a:t>
            </a:r>
          </a:p>
          <a:p>
            <a:r>
              <a:rPr lang="en-US" sz="1400" dirty="0"/>
              <a:t>[Lecturer in Business Analytics]</a:t>
            </a:r>
          </a:p>
        </p:txBody>
      </p:sp>
      <p:pic>
        <p:nvPicPr>
          <p:cNvPr id="8" name="Picture 7">
            <a:extLst>
              <a:ext uri="{FF2B5EF4-FFF2-40B4-BE49-F238E27FC236}">
                <a16:creationId xmlns:a16="http://schemas.microsoft.com/office/drawing/2014/main" id="{48970AA2-C2ED-E5A4-6207-E5C77765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9" y="4833050"/>
            <a:ext cx="3470542" cy="304556"/>
          </a:xfrm>
          <a:prstGeom prst="rect">
            <a:avLst/>
          </a:prstGeom>
        </p:spPr>
      </p:pic>
    </p:spTree>
    <p:extLst>
      <p:ext uri="{BB962C8B-B14F-4D97-AF65-F5344CB8AC3E}">
        <p14:creationId xmlns:p14="http://schemas.microsoft.com/office/powerpoint/2010/main" val="2187002874"/>
      </p:ext>
    </p:extLst>
  </p:cSld>
  <p:clrMapOvr>
    <a:masterClrMapping/>
  </p:clrMapOvr>
  <mc:AlternateContent xmlns:mc="http://schemas.openxmlformats.org/markup-compatibility/2006" xmlns:p14="http://schemas.microsoft.com/office/powerpoint/2010/main">
    <mc:Choice Requires="p14">
      <p:transition spd="slow" p14:dur="2000" advTm="5520"/>
    </mc:Choice>
    <mc:Fallback xmlns="">
      <p:transition spd="slow" advTm="552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337D1-3B90-441A-8908-CA26689D0532}"/>
              </a:ext>
            </a:extLst>
          </p:cNvPr>
          <p:cNvSpPr>
            <a:spLocks noGrp="1"/>
          </p:cNvSpPr>
          <p:nvPr>
            <p:ph type="title"/>
          </p:nvPr>
        </p:nvSpPr>
        <p:spPr>
          <a:xfrm>
            <a:off x="311533" y="28463"/>
            <a:ext cx="8637733" cy="665800"/>
          </a:xfrm>
        </p:spPr>
        <p:txBody>
          <a:bodyPr/>
          <a:lstStyle/>
          <a:p>
            <a:r>
              <a:rPr lang="en-GB" dirty="0"/>
              <a:t>Learning Objectives</a:t>
            </a:r>
          </a:p>
        </p:txBody>
      </p:sp>
      <p:sp>
        <p:nvSpPr>
          <p:cNvPr id="5" name="TextBox 4">
            <a:extLst>
              <a:ext uri="{FF2B5EF4-FFF2-40B4-BE49-F238E27FC236}">
                <a16:creationId xmlns:a16="http://schemas.microsoft.com/office/drawing/2014/main" id="{5E00DC40-52B4-8840-83F8-A630256B0693}"/>
              </a:ext>
            </a:extLst>
          </p:cNvPr>
          <p:cNvSpPr txBox="1"/>
          <p:nvPr/>
        </p:nvSpPr>
        <p:spPr>
          <a:xfrm>
            <a:off x="311533" y="778933"/>
            <a:ext cx="8332934" cy="4205767"/>
          </a:xfrm>
          <a:prstGeom prst="rect">
            <a:avLst/>
          </a:prstGeom>
          <a:noFill/>
        </p:spPr>
        <p:txBody>
          <a:bodyPr wrap="square" rtlCol="0">
            <a:spAutoFit/>
          </a:bodyPr>
          <a:lstStyle/>
          <a:p>
            <a:pPr>
              <a:lnSpc>
                <a:spcPct val="90000"/>
              </a:lnSpc>
            </a:pPr>
            <a:r>
              <a:rPr lang="en-US" altLang="ko-KR" sz="1400" b="1" i="1" dirty="0">
                <a:solidFill>
                  <a:srgbClr val="AC1DA9"/>
                </a:solidFill>
                <a:latin typeface="Lucida Sans" panose="020B0602030504020204" pitchFamily="34" charset="77"/>
                <a:ea typeface="Gulim" pitchFamily="34" charset="-127"/>
              </a:rPr>
              <a:t>By the end of this lecture, you should understand:</a:t>
            </a:r>
          </a:p>
          <a:p>
            <a:pPr>
              <a:lnSpc>
                <a:spcPct val="90000"/>
              </a:lnSpc>
            </a:pPr>
            <a:endParaRPr lang="en-US" altLang="ko-KR" sz="1400" b="1" i="1" dirty="0">
              <a:solidFill>
                <a:srgbClr val="AC1DA9"/>
              </a:solidFill>
              <a:latin typeface="Lucida Sans" panose="020B0602030504020204" pitchFamily="34" charset="77"/>
              <a:ea typeface="Gulim" pitchFamily="34" charset="-127"/>
            </a:endParaRPr>
          </a:p>
          <a:p>
            <a:pPr>
              <a:lnSpc>
                <a:spcPct val="90000"/>
              </a:lnSpc>
            </a:pPr>
            <a:endParaRPr lang="en-US" altLang="ko-KR" sz="1400" b="1" i="1" dirty="0">
              <a:solidFill>
                <a:srgbClr val="0081B1"/>
              </a:solidFill>
              <a:latin typeface="Lucida Sans" panose="020B0602030504020204" pitchFamily="34" charset="77"/>
              <a:ea typeface="Gulim" pitchFamily="34" charset="-127"/>
            </a:endParaRPr>
          </a:p>
          <a:p>
            <a:pPr marL="285750" indent="-285750">
              <a:lnSpc>
                <a:spcPct val="90000"/>
              </a:lnSpc>
              <a:buFont typeface="Wingdings" pitchFamily="2" charset="2"/>
              <a:buChar char="§"/>
            </a:pPr>
            <a:r>
              <a:rPr lang="en-US" sz="1600" dirty="0"/>
              <a:t>What is </a:t>
            </a:r>
            <a:r>
              <a:rPr lang="en-GB" sz="1600" dirty="0"/>
              <a:t>Natural language processing (NLP) </a:t>
            </a:r>
            <a:endParaRPr lang="en-US" sz="1600" dirty="0"/>
          </a:p>
          <a:p>
            <a:pPr algn="just">
              <a:lnSpc>
                <a:spcPct val="90000"/>
              </a:lnSpc>
            </a:pPr>
            <a:endParaRPr lang="en-GB" altLang="en-US" sz="1600" dirty="0"/>
          </a:p>
          <a:p>
            <a:pPr marL="285750" indent="-285750">
              <a:lnSpc>
                <a:spcPct val="90000"/>
              </a:lnSpc>
              <a:buFont typeface="Wingdings" pitchFamily="2" charset="2"/>
              <a:buChar char="§"/>
            </a:pPr>
            <a:r>
              <a:rPr lang="en-US" sz="1600" dirty="0"/>
              <a:t>Why do we need NLP in social media and web analytics</a:t>
            </a:r>
            <a:endParaRPr lang="en-GB" altLang="en-US" sz="1600" dirty="0">
              <a:cs typeface="Calibri" panose="020F0502020204030204" pitchFamily="34" charset="0"/>
            </a:endParaRPr>
          </a:p>
          <a:p>
            <a:pPr marL="285750" indent="-285750">
              <a:lnSpc>
                <a:spcPct val="90000"/>
              </a:lnSpc>
              <a:buFont typeface="Wingdings" pitchFamily="2" charset="2"/>
              <a:buChar char="§"/>
            </a:pPr>
            <a:endParaRPr lang="en-GB" altLang="en-US" sz="1600" dirty="0">
              <a:cs typeface="Calibri" panose="020F0502020204030204" pitchFamily="34" charset="0"/>
            </a:endParaRPr>
          </a:p>
          <a:p>
            <a:pPr marL="285750" indent="-285750">
              <a:lnSpc>
                <a:spcPct val="90000"/>
              </a:lnSpc>
              <a:buFont typeface="Wingdings" pitchFamily="2" charset="2"/>
              <a:buChar char="§"/>
            </a:pPr>
            <a:r>
              <a:rPr lang="en-GB" altLang="en-US" sz="1600" dirty="0">
                <a:cs typeface="Calibri" panose="020F0502020204030204" pitchFamily="34" charset="0"/>
              </a:rPr>
              <a:t>Basic text processing techniques</a:t>
            </a:r>
          </a:p>
          <a:p>
            <a:pPr marL="285750" indent="-285750" algn="just">
              <a:lnSpc>
                <a:spcPct val="90000"/>
              </a:lnSpc>
              <a:buFont typeface="Wingdings" pitchFamily="2" charset="2"/>
              <a:buChar char="§"/>
            </a:pPr>
            <a:endParaRPr lang="en-GB" altLang="en-US" sz="1600" dirty="0">
              <a:cs typeface="Calibri" panose="020F0502020204030204" pitchFamily="34" charset="0"/>
            </a:endParaRPr>
          </a:p>
          <a:p>
            <a:pPr marL="285750" indent="-285750">
              <a:lnSpc>
                <a:spcPct val="90000"/>
              </a:lnSpc>
              <a:buFont typeface="Wingdings" pitchFamily="2" charset="2"/>
              <a:buChar char="§"/>
            </a:pPr>
            <a:r>
              <a:rPr lang="en-GB" altLang="en-US" sz="1600" dirty="0"/>
              <a:t>Different methods to represent text</a:t>
            </a:r>
            <a:endParaRPr lang="en-GB" altLang="en-US" sz="1600" dirty="0">
              <a:cs typeface="Calibri" panose="020F0502020204030204" pitchFamily="34" charset="0"/>
            </a:endParaRPr>
          </a:p>
          <a:p>
            <a:pPr marL="285750" indent="-285750">
              <a:lnSpc>
                <a:spcPct val="90000"/>
              </a:lnSpc>
              <a:buFont typeface="Wingdings" pitchFamily="2" charset="2"/>
              <a:buChar char="§"/>
            </a:pPr>
            <a:endParaRPr lang="en-GB" altLang="en-US" sz="1400" dirty="0">
              <a:latin typeface="Calibri" panose="020F0502020204030204" pitchFamily="34" charset="0"/>
              <a:cs typeface="Calibri" panose="020F0502020204030204" pitchFamily="34" charset="0"/>
            </a:endParaRPr>
          </a:p>
          <a:p>
            <a:pPr marL="285750" indent="-285750">
              <a:lnSpc>
                <a:spcPct val="90000"/>
              </a:lnSpc>
              <a:buFont typeface="Wingdings" pitchFamily="2" charset="2"/>
              <a:buChar char="§"/>
            </a:pPr>
            <a:endParaRPr lang="en-GB" altLang="en-US" sz="1400" dirty="0">
              <a:latin typeface="Calibri" panose="020F0502020204030204" pitchFamily="34" charset="0"/>
              <a:cs typeface="Calibri" panose="020F0502020204030204" pitchFamily="34" charset="0"/>
            </a:endParaRPr>
          </a:p>
          <a:p>
            <a:pPr marL="285750" indent="-285750">
              <a:lnSpc>
                <a:spcPct val="90000"/>
              </a:lnSpc>
              <a:buFont typeface="Wingdings" pitchFamily="2" charset="2"/>
              <a:buChar char="§"/>
            </a:pPr>
            <a:endParaRPr lang="en-GB" altLang="en-US" sz="1400" dirty="0">
              <a:latin typeface="Calibri" panose="020F0502020204030204" pitchFamily="34" charset="0"/>
              <a:cs typeface="Calibri" panose="020F0502020204030204" pitchFamily="34" charset="0"/>
            </a:endParaRPr>
          </a:p>
          <a:p>
            <a:pPr marL="285750" indent="-285750">
              <a:lnSpc>
                <a:spcPct val="90000"/>
              </a:lnSpc>
              <a:buFont typeface="Wingdings" pitchFamily="2" charset="2"/>
              <a:buChar char="§"/>
            </a:pPr>
            <a:endParaRPr lang="en-GB" altLang="en-US" sz="1400" dirty="0">
              <a:latin typeface="Calibri" panose="020F0502020204030204" pitchFamily="34" charset="0"/>
              <a:cs typeface="Calibri" panose="020F0502020204030204" pitchFamily="34" charset="0"/>
            </a:endParaRPr>
          </a:p>
          <a:p>
            <a:pPr marL="285750" indent="-285750">
              <a:lnSpc>
                <a:spcPct val="90000"/>
              </a:lnSpc>
              <a:buFont typeface="Wingdings" pitchFamily="2" charset="2"/>
              <a:buChar char="§"/>
            </a:pPr>
            <a:endParaRPr lang="en-GB" altLang="en-US" sz="1400" dirty="0">
              <a:latin typeface="Calibri" panose="020F0502020204030204" pitchFamily="34" charset="0"/>
              <a:cs typeface="Calibri" panose="020F0502020204030204" pitchFamily="34" charset="0"/>
            </a:endParaRPr>
          </a:p>
          <a:p>
            <a:pPr marL="285750" indent="-285750" algn="just">
              <a:lnSpc>
                <a:spcPct val="90000"/>
              </a:lnSpc>
              <a:buFont typeface="Wingdings" pitchFamily="2" charset="2"/>
              <a:buChar char="§"/>
            </a:pPr>
            <a:endParaRPr lang="en-GB" altLang="en-US" sz="1400" dirty="0">
              <a:latin typeface="Calibri" panose="020F0502020204030204" pitchFamily="34" charset="0"/>
              <a:cs typeface="Calibri" panose="020F0502020204030204" pitchFamily="34" charset="0"/>
            </a:endParaRPr>
          </a:p>
          <a:p>
            <a:pPr algn="just">
              <a:lnSpc>
                <a:spcPct val="90000"/>
              </a:lnSpc>
            </a:pPr>
            <a:endParaRPr lang="en-GB" altLang="en-US" sz="1400" dirty="0">
              <a:latin typeface="Calibri" panose="020F0502020204030204" pitchFamily="34" charset="0"/>
              <a:cs typeface="Calibri" panose="020F0502020204030204" pitchFamily="34" charset="0"/>
            </a:endParaRPr>
          </a:p>
          <a:p>
            <a:pPr marL="285750" indent="-285750">
              <a:lnSpc>
                <a:spcPct val="90000"/>
              </a:lnSpc>
              <a:buFont typeface="Wingdings" pitchFamily="2" charset="2"/>
              <a:buChar char="§"/>
            </a:pPr>
            <a:endParaRPr lang="en-GB" altLang="en-US" sz="1400" dirty="0"/>
          </a:p>
          <a:p>
            <a:pPr marL="285750" indent="-285750">
              <a:lnSpc>
                <a:spcPct val="90000"/>
              </a:lnSpc>
              <a:buFont typeface="Wingdings" pitchFamily="2" charset="2"/>
              <a:buChar char="§"/>
            </a:pPr>
            <a:endParaRPr lang="en-US" altLang="ko-KR" sz="1400" b="1" i="1" dirty="0">
              <a:solidFill>
                <a:srgbClr val="0081B1"/>
              </a:solidFill>
              <a:latin typeface="Lucida Sans" panose="020B0602030504020204" pitchFamily="34" charset="77"/>
              <a:ea typeface="Gulim" pitchFamily="34" charset="-127"/>
            </a:endParaRPr>
          </a:p>
          <a:p>
            <a:pPr marL="285750" indent="-285750">
              <a:lnSpc>
                <a:spcPct val="90000"/>
              </a:lnSpc>
              <a:buFont typeface="Wingdings" pitchFamily="2" charset="2"/>
              <a:buChar char="§"/>
            </a:pPr>
            <a:endParaRPr lang="en-US" altLang="ko-KR" sz="1400" b="1" i="1" dirty="0">
              <a:solidFill>
                <a:srgbClr val="0081B1"/>
              </a:solidFill>
              <a:latin typeface="Lucida Sans" panose="020B0602030504020204" pitchFamily="34" charset="77"/>
              <a:ea typeface="Gulim" pitchFamily="34" charset="-127"/>
            </a:endParaRPr>
          </a:p>
        </p:txBody>
      </p:sp>
    </p:spTree>
    <p:custDataLst>
      <p:tags r:id="rId1"/>
    </p:custDataLst>
    <p:extLst>
      <p:ext uri="{BB962C8B-B14F-4D97-AF65-F5344CB8AC3E}">
        <p14:creationId xmlns:p14="http://schemas.microsoft.com/office/powerpoint/2010/main" val="1825757234"/>
      </p:ext>
    </p:extLst>
  </p:cSld>
  <p:clrMapOvr>
    <a:masterClrMapping/>
  </p:clrMapOvr>
  <mc:AlternateContent xmlns:mc="http://schemas.openxmlformats.org/markup-compatibility/2006" xmlns:p14="http://schemas.microsoft.com/office/powerpoint/2010/main">
    <mc:Choice Requires="p14">
      <p:transition spd="slow" p14:dur="2000" advTm="9120"/>
    </mc:Choice>
    <mc:Fallback xmlns="">
      <p:transition spd="slow" advTm="91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A4473-7230-3E3E-6CD9-21B3EA2877DA}"/>
              </a:ext>
            </a:extLst>
          </p:cNvPr>
          <p:cNvSpPr>
            <a:spLocks noGrp="1"/>
          </p:cNvSpPr>
          <p:nvPr>
            <p:ph type="title"/>
          </p:nvPr>
        </p:nvSpPr>
        <p:spPr>
          <a:xfrm>
            <a:off x="370800" y="273844"/>
            <a:ext cx="8402400" cy="994172"/>
          </a:xfrm>
        </p:spPr>
        <p:txBody>
          <a:bodyPr anchor="ctr">
            <a:normAutofit/>
          </a:bodyPr>
          <a:lstStyle/>
          <a:p>
            <a:r>
              <a:rPr lang="en-US"/>
              <a:t>What is NLP?</a:t>
            </a:r>
            <a:endParaRPr lang="en-US" dirty="0"/>
          </a:p>
        </p:txBody>
      </p:sp>
      <p:sp>
        <p:nvSpPr>
          <p:cNvPr id="3" name="Content Placeholder 2">
            <a:extLst>
              <a:ext uri="{FF2B5EF4-FFF2-40B4-BE49-F238E27FC236}">
                <a16:creationId xmlns:a16="http://schemas.microsoft.com/office/drawing/2014/main" id="{ABC81A8A-25E5-4F01-D22F-1E3983D82826}"/>
              </a:ext>
            </a:extLst>
          </p:cNvPr>
          <p:cNvSpPr>
            <a:spLocks noGrp="1"/>
          </p:cNvSpPr>
          <p:nvPr>
            <p:ph sz="half" idx="1"/>
          </p:nvPr>
        </p:nvSpPr>
        <p:spPr>
          <a:xfrm>
            <a:off x="370800" y="1369219"/>
            <a:ext cx="4144050" cy="2888456"/>
          </a:xfrm>
        </p:spPr>
        <p:txBody>
          <a:bodyPr>
            <a:normAutofit fontScale="92500" lnSpcReduction="10000"/>
          </a:bodyPr>
          <a:lstStyle/>
          <a:p>
            <a:pPr fontAlgn="base">
              <a:lnSpc>
                <a:spcPct val="110000"/>
              </a:lnSpc>
            </a:pPr>
            <a:r>
              <a:rPr lang="en-GB" sz="1900" b="0" i="0" dirty="0">
                <a:effectLst/>
              </a:rPr>
              <a:t>Natural language processing (NLP) refers to the branch of computer science—and more specifically, the branch of </a:t>
            </a:r>
            <a:r>
              <a:rPr lang="en-GB" sz="1900" b="0" i="0" dirty="0">
                <a:solidFill>
                  <a:schemeClr val="tx2"/>
                </a:solidFill>
                <a:effectLst/>
              </a:rPr>
              <a:t>Artificial Intelligent </a:t>
            </a:r>
            <a:r>
              <a:rPr lang="en-GB" sz="1900" b="0" i="0" dirty="0">
                <a:effectLst/>
              </a:rPr>
              <a:t>(AI)—concerned with giving computers the ability to </a:t>
            </a:r>
            <a:r>
              <a:rPr lang="en-GB" sz="1900" b="0" i="0" dirty="0">
                <a:solidFill>
                  <a:schemeClr val="tx2"/>
                </a:solidFill>
                <a:effectLst/>
              </a:rPr>
              <a:t>understand</a:t>
            </a:r>
            <a:r>
              <a:rPr lang="en-GB" sz="1900" b="0" i="0" dirty="0">
                <a:effectLst/>
              </a:rPr>
              <a:t> text and spoken words in much the same way human beings can (IBM, 2022).</a:t>
            </a:r>
            <a:endParaRPr lang="en-GB" sz="1150" b="0" i="0" dirty="0">
              <a:effectLst/>
            </a:endParaRPr>
          </a:p>
          <a:p>
            <a:pPr marL="0" indent="0">
              <a:buNone/>
            </a:pPr>
            <a:br>
              <a:rPr lang="en-GB" sz="1900" dirty="0"/>
            </a:br>
            <a:endParaRPr lang="en-US" sz="1900" dirty="0"/>
          </a:p>
        </p:txBody>
      </p:sp>
      <p:pic>
        <p:nvPicPr>
          <p:cNvPr id="2050" name="Picture 2" descr="5 Best Python Natural Language Processing Libraries">
            <a:extLst>
              <a:ext uri="{FF2B5EF4-FFF2-40B4-BE49-F238E27FC236}">
                <a16:creationId xmlns:a16="http://schemas.microsoft.com/office/drawing/2014/main" id="{2A236492-87C3-733B-AACF-390955C9B5A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29600" y="1663598"/>
            <a:ext cx="4143600" cy="2299698"/>
          </a:xfrm>
          <a:prstGeom prst="rect">
            <a:avLst/>
          </a:prstGeom>
          <a:solidFill>
            <a:srgbClr val="FFFFFF"/>
          </a:solidFill>
        </p:spPr>
      </p:pic>
      <p:sp>
        <p:nvSpPr>
          <p:cNvPr id="4" name="TextBox 3">
            <a:extLst>
              <a:ext uri="{FF2B5EF4-FFF2-40B4-BE49-F238E27FC236}">
                <a16:creationId xmlns:a16="http://schemas.microsoft.com/office/drawing/2014/main" id="{5B87DCF2-E443-8C34-FA52-D92F4F545B77}"/>
              </a:ext>
            </a:extLst>
          </p:cNvPr>
          <p:cNvSpPr txBox="1"/>
          <p:nvPr/>
        </p:nvSpPr>
        <p:spPr>
          <a:xfrm>
            <a:off x="4572000" y="4174212"/>
            <a:ext cx="4503156" cy="184666"/>
          </a:xfrm>
          <a:prstGeom prst="rect">
            <a:avLst/>
          </a:prstGeom>
          <a:noFill/>
        </p:spPr>
        <p:txBody>
          <a:bodyPr wrap="none" rtlCol="0">
            <a:spAutoFit/>
          </a:bodyPr>
          <a:lstStyle/>
          <a:p>
            <a:r>
              <a:rPr lang="en-US" sz="600" dirty="0"/>
              <a:t>Figure source: https://</a:t>
            </a:r>
            <a:r>
              <a:rPr lang="en-US" sz="600" dirty="0" err="1"/>
              <a:t>nextbigtechnology.com</a:t>
            </a:r>
            <a:r>
              <a:rPr lang="en-US" sz="600" dirty="0"/>
              <a:t>/python-natural-language-processing-libraries-automated-tools-using-nlp-in-2022/</a:t>
            </a:r>
          </a:p>
        </p:txBody>
      </p:sp>
      <p:sp>
        <p:nvSpPr>
          <p:cNvPr id="5" name="TextBox 4">
            <a:extLst>
              <a:ext uri="{FF2B5EF4-FFF2-40B4-BE49-F238E27FC236}">
                <a16:creationId xmlns:a16="http://schemas.microsoft.com/office/drawing/2014/main" id="{B788DD01-1E4C-3362-B473-D08BF24502E0}"/>
              </a:ext>
            </a:extLst>
          </p:cNvPr>
          <p:cNvSpPr txBox="1"/>
          <p:nvPr/>
        </p:nvSpPr>
        <p:spPr>
          <a:xfrm>
            <a:off x="480448" y="4337142"/>
            <a:ext cx="3924753" cy="246221"/>
          </a:xfrm>
          <a:prstGeom prst="rect">
            <a:avLst/>
          </a:prstGeom>
          <a:noFill/>
        </p:spPr>
        <p:txBody>
          <a:bodyPr wrap="square" rtlCol="0">
            <a:spAutoFit/>
          </a:bodyPr>
          <a:lstStyle/>
          <a:p>
            <a:r>
              <a:rPr lang="en-US" sz="1000" dirty="0"/>
              <a:t>https://</a:t>
            </a:r>
            <a:r>
              <a:rPr lang="en-US" sz="1000" dirty="0" err="1"/>
              <a:t>www.ibm.com</a:t>
            </a:r>
            <a:r>
              <a:rPr lang="en-US" sz="1000" dirty="0"/>
              <a:t>/cloud/learn/natural-language-processing</a:t>
            </a:r>
          </a:p>
        </p:txBody>
      </p:sp>
    </p:spTree>
    <p:extLst>
      <p:ext uri="{BB962C8B-B14F-4D97-AF65-F5344CB8AC3E}">
        <p14:creationId xmlns:p14="http://schemas.microsoft.com/office/powerpoint/2010/main" val="2057422611"/>
      </p:ext>
    </p:extLst>
  </p:cSld>
  <p:clrMapOvr>
    <a:masterClrMapping/>
  </p:clrMapOvr>
  <mc:AlternateContent xmlns:mc="http://schemas.openxmlformats.org/markup-compatibility/2006" xmlns:p14="http://schemas.microsoft.com/office/powerpoint/2010/main">
    <mc:Choice Requires="p14">
      <p:transition spd="slow" p14:dur="2000" advTm="2476"/>
    </mc:Choice>
    <mc:Fallback xmlns="">
      <p:transition spd="slow" advTm="247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D5F97-5966-F3D9-5598-3DDE01844FBD}"/>
              </a:ext>
            </a:extLst>
          </p:cNvPr>
          <p:cNvSpPr>
            <a:spLocks noGrp="1"/>
          </p:cNvSpPr>
          <p:nvPr>
            <p:ph type="title"/>
          </p:nvPr>
        </p:nvSpPr>
        <p:spPr/>
        <p:txBody>
          <a:bodyPr/>
          <a:lstStyle/>
          <a:p>
            <a:r>
              <a:rPr lang="en-US" sz="2800" dirty="0"/>
              <a:t>Why do we need NLP in social media and web analytics</a:t>
            </a:r>
            <a:r>
              <a:rPr lang="en-GB" sz="2800" dirty="0">
                <a:latin typeface="Calibri" panose="020F0502020204030204" pitchFamily="34" charset="0"/>
                <a:cs typeface="Calibri" panose="020F0502020204030204" pitchFamily="34" charset="0"/>
              </a:rPr>
              <a:t>?</a:t>
            </a:r>
            <a:br>
              <a:rPr lang="en-GB" altLang="en-US" sz="3200" dirty="0">
                <a:latin typeface="Calibri" panose="020F0502020204030204" pitchFamily="34" charset="0"/>
                <a:cs typeface="Calibri" panose="020F0502020204030204" pitchFamily="34" charset="0"/>
              </a:rPr>
            </a:br>
            <a:endParaRPr lang="en-US" dirty="0"/>
          </a:p>
        </p:txBody>
      </p:sp>
      <p:sp>
        <p:nvSpPr>
          <p:cNvPr id="3" name="Content Placeholder 2">
            <a:extLst>
              <a:ext uri="{FF2B5EF4-FFF2-40B4-BE49-F238E27FC236}">
                <a16:creationId xmlns:a16="http://schemas.microsoft.com/office/drawing/2014/main" id="{7FCB1BDF-1107-74C5-9B93-59F3809E820F}"/>
              </a:ext>
            </a:extLst>
          </p:cNvPr>
          <p:cNvSpPr>
            <a:spLocks noGrp="1"/>
          </p:cNvSpPr>
          <p:nvPr>
            <p:ph idx="1"/>
          </p:nvPr>
        </p:nvSpPr>
        <p:spPr>
          <a:xfrm>
            <a:off x="370799" y="1369219"/>
            <a:ext cx="4617701" cy="2915702"/>
          </a:xfrm>
        </p:spPr>
        <p:txBody>
          <a:bodyPr/>
          <a:lstStyle/>
          <a:p>
            <a:pPr>
              <a:lnSpc>
                <a:spcPct val="100000"/>
              </a:lnSpc>
              <a:buFont typeface="Arial" panose="020B0604020202020204" pitchFamily="34" charset="0"/>
              <a:buChar char="•"/>
            </a:pPr>
            <a:r>
              <a:rPr lang="en-GB" sz="1800" dirty="0">
                <a:effectLst/>
                <a:latin typeface="+mn-lt"/>
              </a:rPr>
              <a:t>Tons of information in form of text is available online. </a:t>
            </a:r>
          </a:p>
          <a:p>
            <a:pPr>
              <a:lnSpc>
                <a:spcPct val="100000"/>
              </a:lnSpc>
              <a:buFont typeface="Arial" panose="020B0604020202020204" pitchFamily="34" charset="0"/>
              <a:buChar char="•"/>
            </a:pPr>
            <a:r>
              <a:rPr lang="en-GB" sz="1800" dirty="0">
                <a:effectLst/>
                <a:latin typeface="+mn-lt"/>
              </a:rPr>
              <a:t>NLP helps you </a:t>
            </a:r>
            <a:r>
              <a:rPr lang="en-GB" sz="1800" b="1" dirty="0">
                <a:solidFill>
                  <a:schemeClr val="tx2"/>
                </a:solidFill>
                <a:effectLst/>
                <a:latin typeface="+mn-lt"/>
              </a:rPr>
              <a:t>extract insights </a:t>
            </a:r>
            <a:r>
              <a:rPr lang="en-GB" sz="1800" dirty="0">
                <a:effectLst/>
                <a:latin typeface="+mn-lt"/>
              </a:rPr>
              <a:t>from emails of customers, their tweets, text messages. </a:t>
            </a:r>
          </a:p>
          <a:p>
            <a:pPr>
              <a:lnSpc>
                <a:spcPct val="100000"/>
              </a:lnSpc>
              <a:buFont typeface="Arial" panose="020B0604020202020204" pitchFamily="34" charset="0"/>
              <a:buChar char="•"/>
            </a:pPr>
            <a:r>
              <a:rPr lang="en-GB" sz="1800" dirty="0">
                <a:effectLst/>
                <a:latin typeface="+mn-lt"/>
              </a:rPr>
              <a:t>NLP can power many applications, such as language translation, question answering systems, chatbots and document summarizers. </a:t>
            </a:r>
          </a:p>
          <a:p>
            <a:endParaRPr lang="en-US" dirty="0"/>
          </a:p>
        </p:txBody>
      </p:sp>
      <p:pic>
        <p:nvPicPr>
          <p:cNvPr id="1028" name="Picture 4" descr="Top 12 Most Popular Social Media Sites In 2022">
            <a:extLst>
              <a:ext uri="{FF2B5EF4-FFF2-40B4-BE49-F238E27FC236}">
                <a16:creationId xmlns:a16="http://schemas.microsoft.com/office/drawing/2014/main" id="{FB999FF2-30B3-2B23-FF17-A1C0DD183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8501" y="1369219"/>
            <a:ext cx="3784699" cy="2128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304627"/>
      </p:ext>
    </p:extLst>
  </p:cSld>
  <p:clrMapOvr>
    <a:masterClrMapping/>
  </p:clrMapOvr>
  <mc:AlternateContent xmlns:mc="http://schemas.openxmlformats.org/markup-compatibility/2006" xmlns:p14="http://schemas.microsoft.com/office/powerpoint/2010/main">
    <mc:Choice Requires="p14">
      <p:transition spd="slow" p14:dur="2000" advTm="903"/>
    </mc:Choice>
    <mc:Fallback xmlns="">
      <p:transition spd="slow" advTm="90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C8B60-6957-772D-6245-1118BA4CF787}"/>
              </a:ext>
            </a:extLst>
          </p:cNvPr>
          <p:cNvSpPr>
            <a:spLocks noGrp="1"/>
          </p:cNvSpPr>
          <p:nvPr>
            <p:ph type="title"/>
          </p:nvPr>
        </p:nvSpPr>
        <p:spPr>
          <a:xfrm>
            <a:off x="370800" y="0"/>
            <a:ext cx="8402400" cy="994172"/>
          </a:xfrm>
        </p:spPr>
        <p:txBody>
          <a:bodyPr/>
          <a:lstStyle/>
          <a:p>
            <a:r>
              <a:rPr lang="en-US" sz="2400" dirty="0"/>
              <a:t>NLP Examples for Social Media and Web Analytics </a:t>
            </a:r>
          </a:p>
        </p:txBody>
      </p:sp>
      <p:sp>
        <p:nvSpPr>
          <p:cNvPr id="6" name="Content Placeholder 2">
            <a:extLst>
              <a:ext uri="{FF2B5EF4-FFF2-40B4-BE49-F238E27FC236}">
                <a16:creationId xmlns:a16="http://schemas.microsoft.com/office/drawing/2014/main" id="{AC6248D5-2A98-458E-0A54-AF64A3C1F4B0}"/>
              </a:ext>
            </a:extLst>
          </p:cNvPr>
          <p:cNvSpPr>
            <a:spLocks noGrp="1"/>
          </p:cNvSpPr>
          <p:nvPr>
            <p:ph sz="half" idx="1"/>
          </p:nvPr>
        </p:nvSpPr>
        <p:spPr>
          <a:xfrm>
            <a:off x="370800" y="904238"/>
            <a:ext cx="8305367" cy="3348786"/>
          </a:xfrm>
        </p:spPr>
        <p:txBody>
          <a:bodyPr>
            <a:normAutofit fontScale="55000" lnSpcReduction="20000"/>
          </a:bodyPr>
          <a:lstStyle/>
          <a:p>
            <a:pPr>
              <a:lnSpc>
                <a:spcPct val="110000"/>
              </a:lnSpc>
            </a:pPr>
            <a:r>
              <a:rPr lang="en-GB" sz="2900" b="1" i="0" dirty="0">
                <a:solidFill>
                  <a:schemeClr val="tx2"/>
                </a:solidFill>
                <a:effectLst/>
                <a:latin typeface="+mn-lt"/>
              </a:rPr>
              <a:t>Sentiment analysis</a:t>
            </a:r>
            <a:r>
              <a:rPr lang="en-GB" sz="2900" b="0" i="0" dirty="0">
                <a:solidFill>
                  <a:schemeClr val="tx2"/>
                </a:solidFill>
                <a:effectLst/>
                <a:latin typeface="+mn-lt"/>
              </a:rPr>
              <a:t> </a:t>
            </a:r>
            <a:r>
              <a:rPr lang="en-GB" sz="2900" b="0" i="0" dirty="0">
                <a:solidFill>
                  <a:srgbClr val="292929"/>
                </a:solidFill>
                <a:effectLst/>
                <a:latin typeface="+mn-lt"/>
              </a:rPr>
              <a:t>measures the tone and intent of social media comments. It typically involves NLP technologies to help understand entities and relationships to reveal positive, negative</a:t>
            </a:r>
            <a:r>
              <a:rPr lang="en-GB" sz="2900" dirty="0">
                <a:solidFill>
                  <a:srgbClr val="292929"/>
                </a:solidFill>
                <a:latin typeface="+mn-lt"/>
              </a:rPr>
              <a:t> or </a:t>
            </a:r>
            <a:r>
              <a:rPr lang="en-GB" sz="2900" b="0" i="0" dirty="0">
                <a:solidFill>
                  <a:srgbClr val="292929"/>
                </a:solidFill>
                <a:effectLst/>
                <a:latin typeface="+mn-lt"/>
              </a:rPr>
              <a:t>neutral attributes. For example, we can analyse customer reviews of products on Amazon, or analyse people's attitude towards government policies to cope with COVID-19, etc.</a:t>
            </a:r>
          </a:p>
          <a:p>
            <a:pPr>
              <a:lnSpc>
                <a:spcPct val="110000"/>
              </a:lnSpc>
            </a:pPr>
            <a:r>
              <a:rPr lang="en-GB" sz="2900" b="1" i="0" dirty="0">
                <a:solidFill>
                  <a:schemeClr val="tx2"/>
                </a:solidFill>
                <a:effectLst/>
                <a:latin typeface="+mn-lt"/>
              </a:rPr>
              <a:t>Content analysis </a:t>
            </a:r>
            <a:r>
              <a:rPr lang="en-GB" sz="2900" dirty="0">
                <a:solidFill>
                  <a:srgbClr val="000000"/>
                </a:solidFill>
                <a:latin typeface="+mn-lt"/>
              </a:rPr>
              <a:t>can refer to any technique for making inferences by systematically and objectively identifying special characteristics of messages (</a:t>
            </a:r>
            <a:r>
              <a:rPr lang="en-GB" sz="2900" dirty="0" err="1">
                <a:solidFill>
                  <a:srgbClr val="000000"/>
                </a:solidFill>
                <a:latin typeface="+mn-lt"/>
              </a:rPr>
              <a:t>Holsti</a:t>
            </a:r>
            <a:r>
              <a:rPr lang="en-GB" sz="2900" dirty="0">
                <a:solidFill>
                  <a:srgbClr val="000000"/>
                </a:solidFill>
                <a:latin typeface="+mn-lt"/>
              </a:rPr>
              <a:t>, 1968</a:t>
            </a:r>
            <a:r>
              <a:rPr lang="en-GB" sz="2900" b="0" i="0" dirty="0">
                <a:solidFill>
                  <a:srgbClr val="000000"/>
                </a:solidFill>
                <a:effectLst/>
                <a:latin typeface="+mn-lt"/>
              </a:rPr>
              <a:t>). With rapidly evolving NLP techniques, we can do large-scale content analysis, such as analysing the topics that matter to people on social networks during the pandemic, analysis of companies' annual reports to predict their performance in the coming year </a:t>
            </a:r>
            <a:endParaRPr lang="en-GB" sz="2900" b="0" i="0" dirty="0">
              <a:solidFill>
                <a:srgbClr val="292929"/>
              </a:solidFill>
              <a:effectLst/>
              <a:latin typeface="+mn-lt"/>
            </a:endParaRPr>
          </a:p>
          <a:p>
            <a:pPr>
              <a:lnSpc>
                <a:spcPct val="110000"/>
              </a:lnSpc>
            </a:pPr>
            <a:r>
              <a:rPr lang="en-GB" sz="2900" b="1" i="0" dirty="0">
                <a:solidFill>
                  <a:schemeClr val="tx2"/>
                </a:solidFill>
                <a:effectLst/>
                <a:latin typeface="+mn-lt"/>
              </a:rPr>
              <a:t>Other </a:t>
            </a:r>
            <a:r>
              <a:rPr lang="en-GB" sz="2900" b="1" dirty="0">
                <a:solidFill>
                  <a:schemeClr val="tx2"/>
                </a:solidFill>
                <a:latin typeface="+mn-lt"/>
              </a:rPr>
              <a:t>applications </a:t>
            </a:r>
            <a:r>
              <a:rPr lang="en-GB" sz="2900" b="0" i="0" dirty="0">
                <a:effectLst/>
                <a:latin typeface="+mn-lt"/>
              </a:rPr>
              <a:t>such as </a:t>
            </a:r>
            <a:r>
              <a:rPr lang="en-GB" sz="2900" b="0" i="0" dirty="0">
                <a:solidFill>
                  <a:srgbClr val="3D3B49"/>
                </a:solidFill>
                <a:effectLst/>
                <a:latin typeface="+mn-lt"/>
              </a:rPr>
              <a:t>scraping the </a:t>
            </a:r>
            <a:r>
              <a:rPr lang="en-GB" sz="2900" dirty="0">
                <a:solidFill>
                  <a:srgbClr val="3D3B49"/>
                </a:solidFill>
                <a:latin typeface="+mn-lt"/>
              </a:rPr>
              <a:t>news w</a:t>
            </a:r>
            <a:r>
              <a:rPr lang="en-GB" sz="2900" b="0" i="0" dirty="0">
                <a:solidFill>
                  <a:srgbClr val="3D3B49"/>
                </a:solidFill>
                <a:effectLst/>
                <a:latin typeface="+mn-lt"/>
              </a:rPr>
              <a:t>eb </a:t>
            </a:r>
            <a:r>
              <a:rPr lang="en-GB" sz="2900" b="0" i="0" dirty="0">
                <a:solidFill>
                  <a:srgbClr val="333333"/>
                </a:solidFill>
                <a:effectLst/>
                <a:latin typeface="+mn-lt"/>
              </a:rPr>
              <a:t>to fetch headlines, social media misinformation detection, etc.</a:t>
            </a:r>
            <a:endParaRPr lang="en-GB" sz="2900" b="0" i="0" dirty="0">
              <a:solidFill>
                <a:srgbClr val="3D3B49"/>
              </a:solidFill>
              <a:effectLst/>
              <a:latin typeface="+mn-lt"/>
            </a:endParaRPr>
          </a:p>
        </p:txBody>
      </p:sp>
      <p:sp>
        <p:nvSpPr>
          <p:cNvPr id="7" name="TextBox 6">
            <a:extLst>
              <a:ext uri="{FF2B5EF4-FFF2-40B4-BE49-F238E27FC236}">
                <a16:creationId xmlns:a16="http://schemas.microsoft.com/office/drawing/2014/main" id="{6403E9A4-9557-8ADE-423A-FDE17051E373}"/>
              </a:ext>
            </a:extLst>
          </p:cNvPr>
          <p:cNvSpPr txBox="1"/>
          <p:nvPr/>
        </p:nvSpPr>
        <p:spPr>
          <a:xfrm>
            <a:off x="637953" y="4401879"/>
            <a:ext cx="6175088" cy="276999"/>
          </a:xfrm>
          <a:prstGeom prst="rect">
            <a:avLst/>
          </a:prstGeom>
          <a:noFill/>
        </p:spPr>
        <p:txBody>
          <a:bodyPr wrap="none" rtlCol="0">
            <a:spAutoFit/>
          </a:bodyPr>
          <a:lstStyle/>
          <a:p>
            <a:r>
              <a:rPr lang="en-GB" sz="1200" b="0" i="0" dirty="0" err="1">
                <a:solidFill>
                  <a:srgbClr val="222222"/>
                </a:solidFill>
                <a:effectLst/>
                <a:latin typeface="Arial" panose="020B0604020202020204" pitchFamily="34" charset="0"/>
              </a:rPr>
              <a:t>Holsti</a:t>
            </a:r>
            <a:r>
              <a:rPr lang="en-GB" sz="1200" b="0" i="0" dirty="0">
                <a:solidFill>
                  <a:srgbClr val="222222"/>
                </a:solidFill>
                <a:effectLst/>
                <a:latin typeface="Arial" panose="020B0604020202020204" pitchFamily="34" charset="0"/>
              </a:rPr>
              <a:t>, O.R., 1968. Content analysis. </a:t>
            </a:r>
            <a:r>
              <a:rPr lang="en-GB" sz="1200" b="0" i="1" dirty="0">
                <a:solidFill>
                  <a:srgbClr val="222222"/>
                </a:solidFill>
                <a:effectLst/>
                <a:latin typeface="Arial" panose="020B0604020202020204" pitchFamily="34" charset="0"/>
              </a:rPr>
              <a:t>The handbook of social psychology</a:t>
            </a:r>
            <a:r>
              <a:rPr lang="en-GB" sz="1200" b="0" i="0" dirty="0">
                <a:solidFill>
                  <a:srgbClr val="222222"/>
                </a:solidFill>
                <a:effectLst/>
                <a:latin typeface="Arial" panose="020B0604020202020204" pitchFamily="34" charset="0"/>
              </a:rPr>
              <a:t>, </a:t>
            </a:r>
            <a:r>
              <a:rPr lang="en-GB" sz="1200" b="0" i="1" dirty="0">
                <a:solidFill>
                  <a:srgbClr val="222222"/>
                </a:solidFill>
                <a:effectLst/>
                <a:latin typeface="Arial" panose="020B0604020202020204" pitchFamily="34" charset="0"/>
              </a:rPr>
              <a:t>2</a:t>
            </a:r>
            <a:r>
              <a:rPr lang="en-GB" sz="1200" b="0" i="0" dirty="0">
                <a:solidFill>
                  <a:srgbClr val="222222"/>
                </a:solidFill>
                <a:effectLst/>
                <a:latin typeface="Arial" panose="020B0604020202020204" pitchFamily="34" charset="0"/>
              </a:rPr>
              <a:t>, pp.596-692.</a:t>
            </a:r>
            <a:endParaRPr lang="en-US" sz="1200" dirty="0"/>
          </a:p>
        </p:txBody>
      </p:sp>
    </p:spTree>
    <p:extLst>
      <p:ext uri="{BB962C8B-B14F-4D97-AF65-F5344CB8AC3E}">
        <p14:creationId xmlns:p14="http://schemas.microsoft.com/office/powerpoint/2010/main" val="763217620"/>
      </p:ext>
    </p:extLst>
  </p:cSld>
  <p:clrMapOvr>
    <a:masterClrMapping/>
  </p:clrMapOvr>
  <mc:AlternateContent xmlns:mc="http://schemas.openxmlformats.org/markup-compatibility/2006" xmlns:p14="http://schemas.microsoft.com/office/powerpoint/2010/main">
    <mc:Choice Requires="p14">
      <p:transition spd="slow" p14:dur="2000" advTm="2423"/>
    </mc:Choice>
    <mc:Fallback xmlns="">
      <p:transition spd="slow" advTm="242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35BAA-65D6-4A9A-F3E2-9EFFFE3D5036}"/>
              </a:ext>
            </a:extLst>
          </p:cNvPr>
          <p:cNvSpPr>
            <a:spLocks noGrp="1"/>
          </p:cNvSpPr>
          <p:nvPr>
            <p:ph type="title"/>
          </p:nvPr>
        </p:nvSpPr>
        <p:spPr>
          <a:xfrm>
            <a:off x="370800" y="0"/>
            <a:ext cx="8402400" cy="994172"/>
          </a:xfrm>
        </p:spPr>
        <p:txBody>
          <a:bodyPr/>
          <a:lstStyle/>
          <a:p>
            <a:r>
              <a:rPr lang="en-US" dirty="0"/>
              <a:t>Corpora, Corpus, Document, Token </a:t>
            </a:r>
          </a:p>
        </p:txBody>
      </p:sp>
      <p:pic>
        <p:nvPicPr>
          <p:cNvPr id="4098" name="Picture 2" descr="An Overview of NLP. Natural Language Processing (NLP) is… | by Alex Mitrani  | Medium">
            <a:extLst>
              <a:ext uri="{FF2B5EF4-FFF2-40B4-BE49-F238E27FC236}">
                <a16:creationId xmlns:a16="http://schemas.microsoft.com/office/drawing/2014/main" id="{1323B440-BC6C-B614-F7CC-E69C214BD6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9919" y="1848495"/>
            <a:ext cx="5804162" cy="21664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01A5C96-53AA-0BEB-FD3B-35FAE92C4B29}"/>
              </a:ext>
            </a:extLst>
          </p:cNvPr>
          <p:cNvSpPr txBox="1"/>
          <p:nvPr/>
        </p:nvSpPr>
        <p:spPr>
          <a:xfrm>
            <a:off x="370800" y="854323"/>
            <a:ext cx="8310621" cy="1577355"/>
          </a:xfrm>
          <a:prstGeom prst="rect">
            <a:avLst/>
          </a:prstGeom>
          <a:noFill/>
        </p:spPr>
        <p:txBody>
          <a:bodyPr wrap="square" rtlCol="0">
            <a:spAutoFit/>
          </a:bodyPr>
          <a:lstStyle/>
          <a:p>
            <a:pPr algn="l"/>
            <a:r>
              <a:rPr lang="en-GB" sz="1400" b="0" i="0" dirty="0">
                <a:solidFill>
                  <a:srgbClr val="292929"/>
                </a:solidFill>
                <a:effectLst/>
              </a:rPr>
              <a:t>The smallest level of text is a </a:t>
            </a:r>
            <a:r>
              <a:rPr lang="en-GB" sz="1400" b="1" i="0" dirty="0">
                <a:solidFill>
                  <a:srgbClr val="292929"/>
                </a:solidFill>
                <a:effectLst/>
              </a:rPr>
              <a:t>token</a:t>
            </a:r>
            <a:r>
              <a:rPr lang="en-GB" sz="1400" b="0" i="0" dirty="0">
                <a:solidFill>
                  <a:srgbClr val="292929"/>
                </a:solidFill>
                <a:effectLst/>
              </a:rPr>
              <a:t> which can be a sentence or an individual word. A group of tokens is called a </a:t>
            </a:r>
            <a:r>
              <a:rPr lang="en-GB" sz="1400" b="1" i="0" dirty="0">
                <a:solidFill>
                  <a:srgbClr val="292929"/>
                </a:solidFill>
                <a:effectLst/>
              </a:rPr>
              <a:t>document</a:t>
            </a:r>
            <a:r>
              <a:rPr lang="en-GB" sz="1400" b="0" i="0" dirty="0">
                <a:solidFill>
                  <a:srgbClr val="292929"/>
                </a:solidFill>
                <a:effectLst/>
              </a:rPr>
              <a:t>, </a:t>
            </a:r>
            <a:r>
              <a:rPr lang="en-GB" sz="1400" b="0" dirty="0">
                <a:solidFill>
                  <a:srgbClr val="292929"/>
                </a:solidFill>
                <a:effectLst/>
              </a:rPr>
              <a:t>for instance a paragraph or chapter</a:t>
            </a:r>
            <a:r>
              <a:rPr lang="en-GB" sz="1400" b="0" i="0" dirty="0">
                <a:solidFill>
                  <a:srgbClr val="292929"/>
                </a:solidFill>
                <a:effectLst/>
              </a:rPr>
              <a:t>. A group of documents is called a </a:t>
            </a:r>
            <a:r>
              <a:rPr lang="en-GB" sz="1400" b="1" i="0" dirty="0">
                <a:solidFill>
                  <a:srgbClr val="292929"/>
                </a:solidFill>
                <a:effectLst/>
              </a:rPr>
              <a:t>corpus</a:t>
            </a:r>
            <a:r>
              <a:rPr lang="en-GB" sz="1400" b="0" i="1" dirty="0">
                <a:solidFill>
                  <a:srgbClr val="292929"/>
                </a:solidFill>
                <a:effectLst/>
              </a:rPr>
              <a:t>, for </a:t>
            </a:r>
            <a:r>
              <a:rPr lang="en-GB" sz="1400" b="0" dirty="0">
                <a:solidFill>
                  <a:srgbClr val="292929"/>
                </a:solidFill>
                <a:effectLst/>
              </a:rPr>
              <a:t>instance a book or article</a:t>
            </a:r>
            <a:r>
              <a:rPr lang="en-GB" sz="1400" b="0" i="0" dirty="0">
                <a:solidFill>
                  <a:srgbClr val="292929"/>
                </a:solidFill>
                <a:effectLst/>
              </a:rPr>
              <a:t>. Finally, a group of corpus is called a </a:t>
            </a:r>
            <a:r>
              <a:rPr lang="en-GB" sz="1400" b="1" i="0" dirty="0">
                <a:solidFill>
                  <a:srgbClr val="292929"/>
                </a:solidFill>
                <a:effectLst/>
              </a:rPr>
              <a:t>corpora</a:t>
            </a:r>
            <a:r>
              <a:rPr lang="en-GB" sz="1400" b="0" i="0" dirty="0">
                <a:solidFill>
                  <a:srgbClr val="292929"/>
                </a:solidFill>
                <a:effectLst/>
              </a:rPr>
              <a:t>, which can be several books or articles that data scientists wish to compare and evaluate.</a:t>
            </a:r>
          </a:p>
          <a:p>
            <a:br>
              <a:rPr lang="en-GB" dirty="0">
                <a:effectLst/>
              </a:rPr>
            </a:br>
            <a:endParaRPr lang="en-GB" dirty="0">
              <a:effectLst/>
            </a:endParaRPr>
          </a:p>
          <a:p>
            <a:endParaRPr lang="en-US" dirty="0"/>
          </a:p>
        </p:txBody>
      </p:sp>
      <p:sp>
        <p:nvSpPr>
          <p:cNvPr id="6" name="TextBox 5">
            <a:extLst>
              <a:ext uri="{FF2B5EF4-FFF2-40B4-BE49-F238E27FC236}">
                <a16:creationId xmlns:a16="http://schemas.microsoft.com/office/drawing/2014/main" id="{8A0FCCDF-1A26-C422-A9A8-0488FB4F6F4F}"/>
              </a:ext>
            </a:extLst>
          </p:cNvPr>
          <p:cNvSpPr txBox="1"/>
          <p:nvPr/>
        </p:nvSpPr>
        <p:spPr>
          <a:xfrm>
            <a:off x="2402175" y="4453665"/>
            <a:ext cx="4666662" cy="230832"/>
          </a:xfrm>
          <a:prstGeom prst="rect">
            <a:avLst/>
          </a:prstGeom>
          <a:noFill/>
        </p:spPr>
        <p:txBody>
          <a:bodyPr wrap="none" rtlCol="0">
            <a:spAutoFit/>
          </a:bodyPr>
          <a:lstStyle/>
          <a:p>
            <a:r>
              <a:rPr lang="en-GB" sz="900" b="0" i="0" dirty="0">
                <a:solidFill>
                  <a:srgbClr val="222222"/>
                </a:solidFill>
                <a:effectLst/>
                <a:latin typeface="Arial" panose="020B0604020202020204" pitchFamily="34" charset="0"/>
                <a:cs typeface="Arial" panose="020B0604020202020204" pitchFamily="34" charset="0"/>
              </a:rPr>
              <a:t>Figure source:</a:t>
            </a:r>
            <a:r>
              <a:rPr lang="en-US" sz="900" b="0" i="0" dirty="0">
                <a:solidFill>
                  <a:srgbClr val="222222"/>
                </a:solidFill>
                <a:effectLst/>
                <a:latin typeface="Arial" panose="020B0604020202020204" pitchFamily="34" charset="0"/>
                <a:cs typeface="Arial" panose="020B0604020202020204" pitchFamily="34" charset="0"/>
              </a:rPr>
              <a:t> </a:t>
            </a:r>
            <a:r>
              <a:rPr lang="en-US" sz="900" dirty="0">
                <a:latin typeface="Arial" panose="020B0604020202020204" pitchFamily="34" charset="0"/>
                <a:cs typeface="Arial" panose="020B0604020202020204" pitchFamily="34" charset="0"/>
                <a:hlinkClick r:id="rId3"/>
              </a:rPr>
              <a:t>https://miro.medium.com/max/3460/1*f9XQxMUDkYkquZDDcccEJA.png</a:t>
            </a:r>
            <a:r>
              <a:rPr lang="en-US" sz="9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250723370"/>
      </p:ext>
    </p:extLst>
  </p:cSld>
  <p:clrMapOvr>
    <a:masterClrMapping/>
  </p:clrMapOvr>
  <mc:AlternateContent xmlns:mc="http://schemas.openxmlformats.org/markup-compatibility/2006" xmlns:p14="http://schemas.microsoft.com/office/powerpoint/2010/main">
    <mc:Choice Requires="p14">
      <p:transition spd="slow" p14:dur="2000" advTm="2539"/>
    </mc:Choice>
    <mc:Fallback xmlns="">
      <p:transition spd="slow" advTm="253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7B5BE-AA78-9A40-CCCF-0AB8F18E252F}"/>
              </a:ext>
            </a:extLst>
          </p:cNvPr>
          <p:cNvSpPr>
            <a:spLocks noGrp="1"/>
          </p:cNvSpPr>
          <p:nvPr>
            <p:ph type="title"/>
          </p:nvPr>
        </p:nvSpPr>
        <p:spPr/>
        <p:txBody>
          <a:bodyPr/>
          <a:lstStyle/>
          <a:p>
            <a:r>
              <a:rPr lang="en-US" dirty="0"/>
              <a:t>Text preprocessing </a:t>
            </a:r>
            <a:br>
              <a:rPr lang="en-GB" b="1" i="0" dirty="0">
                <a:solidFill>
                  <a:srgbClr val="292929"/>
                </a:solidFill>
                <a:effectLst/>
                <a:latin typeface="sohne"/>
              </a:rPr>
            </a:br>
            <a:endParaRPr lang="en-US" dirty="0"/>
          </a:p>
        </p:txBody>
      </p:sp>
      <p:graphicFrame>
        <p:nvGraphicFramePr>
          <p:cNvPr id="10" name="Content Placeholder 9">
            <a:extLst>
              <a:ext uri="{FF2B5EF4-FFF2-40B4-BE49-F238E27FC236}">
                <a16:creationId xmlns:a16="http://schemas.microsoft.com/office/drawing/2014/main" id="{FF993279-E7E5-58C2-C94D-C966BFEFCD71}"/>
              </a:ext>
            </a:extLst>
          </p:cNvPr>
          <p:cNvGraphicFramePr>
            <a:graphicFrameLocks noGrp="1"/>
          </p:cNvGraphicFramePr>
          <p:nvPr>
            <p:ph sz="half" idx="1"/>
            <p:extLst>
              <p:ext uri="{D42A27DB-BD31-4B8C-83A1-F6EECF244321}">
                <p14:modId xmlns:p14="http://schemas.microsoft.com/office/powerpoint/2010/main" val="1547765121"/>
              </p:ext>
            </p:extLst>
          </p:nvPr>
        </p:nvGraphicFramePr>
        <p:xfrm>
          <a:off x="371475" y="1370013"/>
          <a:ext cx="8602404" cy="28876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455276022"/>
      </p:ext>
    </p:extLst>
  </p:cSld>
  <p:clrMapOvr>
    <a:masterClrMapping/>
  </p:clrMapOvr>
  <mc:AlternateContent xmlns:mc="http://schemas.openxmlformats.org/markup-compatibility/2006" xmlns:p14="http://schemas.microsoft.com/office/powerpoint/2010/main">
    <mc:Choice Requires="p14">
      <p:transition spd="slow" p14:dur="2000" advTm="2607"/>
    </mc:Choice>
    <mc:Fallback xmlns="">
      <p:transition spd="slow" advTm="260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4ADF-00CA-7542-37B4-6D079953EF98}"/>
              </a:ext>
            </a:extLst>
          </p:cNvPr>
          <p:cNvSpPr>
            <a:spLocks noGrp="1"/>
          </p:cNvSpPr>
          <p:nvPr>
            <p:ph type="title"/>
          </p:nvPr>
        </p:nvSpPr>
        <p:spPr>
          <a:xfrm>
            <a:off x="370800" y="0"/>
            <a:ext cx="8402400" cy="994172"/>
          </a:xfrm>
        </p:spPr>
        <p:txBody>
          <a:bodyPr/>
          <a:lstStyle/>
          <a:p>
            <a:r>
              <a:rPr lang="en-US" dirty="0"/>
              <a:t>Remove noise</a:t>
            </a:r>
          </a:p>
        </p:txBody>
      </p:sp>
      <p:sp>
        <p:nvSpPr>
          <p:cNvPr id="3" name="Content Placeholder 2">
            <a:extLst>
              <a:ext uri="{FF2B5EF4-FFF2-40B4-BE49-F238E27FC236}">
                <a16:creationId xmlns:a16="http://schemas.microsoft.com/office/drawing/2014/main" id="{C5ED52D5-309C-3CF0-310E-929FCEB396C3}"/>
              </a:ext>
            </a:extLst>
          </p:cNvPr>
          <p:cNvSpPr>
            <a:spLocks noGrp="1"/>
          </p:cNvSpPr>
          <p:nvPr>
            <p:ph sz="half" idx="1"/>
          </p:nvPr>
        </p:nvSpPr>
        <p:spPr>
          <a:xfrm>
            <a:off x="446566" y="1718391"/>
            <a:ext cx="8402400" cy="2864367"/>
          </a:xfrm>
        </p:spPr>
        <p:txBody>
          <a:bodyPr>
            <a:normAutofit fontScale="92500"/>
          </a:bodyPr>
          <a:lstStyle/>
          <a:p>
            <a:r>
              <a:rPr lang="en-GB" sz="1400" b="1" i="0" dirty="0">
                <a:solidFill>
                  <a:srgbClr val="222222"/>
                </a:solidFill>
                <a:effectLst/>
                <a:latin typeface="+mn-lt"/>
              </a:rPr>
              <a:t>Remove punctuations</a:t>
            </a:r>
          </a:p>
          <a:p>
            <a:pPr marL="0" indent="0">
              <a:buNone/>
            </a:pPr>
            <a:r>
              <a:rPr lang="en-US" sz="1400" dirty="0">
                <a:latin typeface="+mn-lt"/>
              </a:rPr>
              <a:t>   clean=</a:t>
            </a:r>
            <a:r>
              <a:rPr lang="en-US" sz="1400" dirty="0" err="1">
                <a:latin typeface="+mn-lt"/>
              </a:rPr>
              <a:t>re.sub</a:t>
            </a:r>
            <a:r>
              <a:rPr lang="en-US" sz="1400" dirty="0">
                <a:latin typeface="+mn-lt"/>
              </a:rPr>
              <a:t>(r"[~.,%/:;?_&amp;+*=!-]"," ",text)</a:t>
            </a:r>
          </a:p>
          <a:p>
            <a:r>
              <a:rPr lang="en-GB" sz="1400" b="1" dirty="0">
                <a:solidFill>
                  <a:srgbClr val="222222"/>
                </a:solidFill>
              </a:rPr>
              <a:t>Remove numbers</a:t>
            </a:r>
          </a:p>
          <a:p>
            <a:pPr marL="0" indent="0">
              <a:buNone/>
            </a:pPr>
            <a:r>
              <a:rPr lang="en-US" sz="1400" dirty="0"/>
              <a:t>   clean=</a:t>
            </a:r>
            <a:r>
              <a:rPr lang="en-US" sz="1400" dirty="0" err="1"/>
              <a:t>re.sub</a:t>
            </a:r>
            <a:r>
              <a:rPr lang="en-US" sz="1400" dirty="0"/>
              <a:t>(r"[0-9]"," ",text)</a:t>
            </a:r>
            <a:endParaRPr lang="en-GB" sz="1400" b="1" i="0" dirty="0">
              <a:solidFill>
                <a:srgbClr val="222222"/>
              </a:solidFill>
              <a:effectLst/>
              <a:latin typeface="+mn-lt"/>
            </a:endParaRPr>
          </a:p>
          <a:p>
            <a:r>
              <a:rPr lang="en-GB" sz="1400" b="1" i="0" dirty="0">
                <a:solidFill>
                  <a:srgbClr val="222222"/>
                </a:solidFill>
                <a:effectLst/>
                <a:latin typeface="+mn-lt"/>
              </a:rPr>
              <a:t>Remove </a:t>
            </a:r>
            <a:r>
              <a:rPr lang="en-GB" sz="1400" b="1" i="0" dirty="0" err="1">
                <a:solidFill>
                  <a:srgbClr val="222222"/>
                </a:solidFill>
                <a:effectLst/>
                <a:latin typeface="+mn-lt"/>
              </a:rPr>
              <a:t>url</a:t>
            </a:r>
            <a:r>
              <a:rPr lang="en-GB" sz="1400" b="1" i="0" dirty="0">
                <a:solidFill>
                  <a:srgbClr val="222222"/>
                </a:solidFill>
                <a:effectLst/>
                <a:latin typeface="+mn-lt"/>
              </a:rPr>
              <a:t> and emails </a:t>
            </a:r>
          </a:p>
          <a:p>
            <a:r>
              <a:rPr lang="en-GB" sz="1400" b="1" dirty="0">
                <a:solidFill>
                  <a:srgbClr val="222222"/>
                </a:solidFill>
              </a:rPr>
              <a:t>Remove stop words (</a:t>
            </a:r>
            <a:r>
              <a:rPr lang="en-GB" sz="1400" dirty="0"/>
              <a:t>“the”, “a”, “on”, “is”, “all”</a:t>
            </a:r>
            <a:r>
              <a:rPr lang="en-GB" sz="1400" b="1" dirty="0">
                <a:solidFill>
                  <a:srgbClr val="222222"/>
                </a:solidFill>
              </a:rPr>
              <a:t>)</a:t>
            </a:r>
          </a:p>
          <a:p>
            <a:r>
              <a:rPr lang="en-GB" sz="1400" b="1" dirty="0">
                <a:solidFill>
                  <a:srgbClr val="222222"/>
                </a:solidFill>
              </a:rPr>
              <a:t>Lower case </a:t>
            </a:r>
          </a:p>
          <a:p>
            <a:pPr marL="0" indent="0">
              <a:buNone/>
            </a:pPr>
            <a:r>
              <a:rPr lang="en-GB" sz="1400" dirty="0"/>
              <a:t>    data['text'] = data['text'].lower()</a:t>
            </a:r>
            <a:endParaRPr lang="en-GB" sz="1400" b="1" dirty="0">
              <a:solidFill>
                <a:srgbClr val="222222"/>
              </a:solidFill>
            </a:endParaRPr>
          </a:p>
          <a:p>
            <a:pPr marL="0" indent="0">
              <a:buNone/>
            </a:pPr>
            <a:r>
              <a:rPr lang="en-GB" sz="1400" b="1" dirty="0">
                <a:solidFill>
                  <a:srgbClr val="222222"/>
                </a:solidFill>
              </a:rPr>
              <a:t>   …</a:t>
            </a:r>
          </a:p>
          <a:p>
            <a:pPr marL="0" indent="0">
              <a:buNone/>
            </a:pPr>
            <a:r>
              <a:rPr lang="en-GB" sz="1400" dirty="0">
                <a:solidFill>
                  <a:srgbClr val="222222"/>
                </a:solidFill>
              </a:rPr>
              <a:t> There are many off-the-shelf ways to implement these functions, such as the </a:t>
            </a:r>
            <a:r>
              <a:rPr lang="en-GB" sz="1400" dirty="0">
                <a:hlinkClick r:id="rId4"/>
              </a:rPr>
              <a:t>text-preprocessing</a:t>
            </a:r>
            <a:r>
              <a:rPr lang="en-GB" sz="1400" dirty="0"/>
              <a:t> package</a:t>
            </a:r>
            <a:endParaRPr lang="en-GB" sz="1400" dirty="0">
              <a:solidFill>
                <a:srgbClr val="222222"/>
              </a:solidFill>
            </a:endParaRPr>
          </a:p>
        </p:txBody>
      </p:sp>
      <p:sp>
        <p:nvSpPr>
          <p:cNvPr id="6" name="TextBox 5">
            <a:extLst>
              <a:ext uri="{FF2B5EF4-FFF2-40B4-BE49-F238E27FC236}">
                <a16:creationId xmlns:a16="http://schemas.microsoft.com/office/drawing/2014/main" id="{E643E6A4-2DA1-06DF-383A-897F80A8C75D}"/>
              </a:ext>
            </a:extLst>
          </p:cNvPr>
          <p:cNvSpPr txBox="1"/>
          <p:nvPr/>
        </p:nvSpPr>
        <p:spPr>
          <a:xfrm>
            <a:off x="370800" y="724218"/>
            <a:ext cx="8326633" cy="1377300"/>
          </a:xfrm>
          <a:prstGeom prst="rect">
            <a:avLst/>
          </a:prstGeom>
          <a:noFill/>
        </p:spPr>
        <p:txBody>
          <a:bodyPr wrap="square" rtlCol="0">
            <a:spAutoFit/>
          </a:bodyPr>
          <a:lstStyle/>
          <a:p>
            <a:r>
              <a:rPr lang="en-GB" sz="1400" dirty="0">
                <a:effectLst/>
                <a:latin typeface="Arial" panose="020B0604020202020204" pitchFamily="34" charset="0"/>
                <a:cs typeface="Arial" panose="020B0604020202020204" pitchFamily="34" charset="0"/>
              </a:rPr>
              <a:t>A </a:t>
            </a:r>
            <a:r>
              <a:rPr lang="en-GB" sz="1400" dirty="0">
                <a:solidFill>
                  <a:schemeClr val="tx2"/>
                </a:solidFill>
                <a:effectLst/>
                <a:latin typeface="Arial" panose="020B0604020202020204" pitchFamily="34" charset="0"/>
                <a:cs typeface="Arial" panose="020B0604020202020204" pitchFamily="34" charset="0"/>
              </a:rPr>
              <a:t>regular expression</a:t>
            </a:r>
            <a:r>
              <a:rPr lang="en-GB" sz="1400" dirty="0">
                <a:effectLst/>
                <a:latin typeface="Arial" panose="020B0604020202020204" pitchFamily="34" charset="0"/>
                <a:cs typeface="Arial" panose="020B0604020202020204" pitchFamily="34" charset="0"/>
              </a:rPr>
              <a:t> is an algebraic notation for characterizing a set of strings. It is one of the most widely used techniques in NLP and it can help to remove noises. </a:t>
            </a:r>
            <a:r>
              <a:rPr lang="en-GB" sz="1400" dirty="0"/>
              <a:t> </a:t>
            </a:r>
          </a:p>
          <a:p>
            <a:r>
              <a:rPr lang="en-GB" sz="1400" dirty="0"/>
              <a:t>We usually use </a:t>
            </a:r>
            <a:r>
              <a:rPr lang="en-GB" sz="1400" b="1" dirty="0" err="1">
                <a:solidFill>
                  <a:schemeClr val="tx2"/>
                </a:solidFill>
                <a:latin typeface="Cambria Math" panose="02040503050406030204" pitchFamily="18" charset="0"/>
                <a:ea typeface="Cambria Math" panose="02040503050406030204" pitchFamily="18" charset="0"/>
              </a:rPr>
              <a:t>re.sub</a:t>
            </a:r>
            <a:r>
              <a:rPr lang="en-GB" sz="1400" b="1" dirty="0">
                <a:solidFill>
                  <a:schemeClr val="tx2"/>
                </a:solidFill>
                <a:latin typeface="Cambria Math" panose="02040503050406030204" pitchFamily="18" charset="0"/>
                <a:ea typeface="Cambria Math" panose="02040503050406030204" pitchFamily="18" charset="0"/>
              </a:rPr>
              <a:t>() </a:t>
            </a:r>
            <a:r>
              <a:rPr lang="en-GB" sz="1400" b="1" dirty="0">
                <a:latin typeface="Cambria Math" panose="02040503050406030204" pitchFamily="18" charset="0"/>
                <a:ea typeface="Cambria Math" panose="02040503050406030204" pitchFamily="18" charset="0"/>
              </a:rPr>
              <a:t>to</a:t>
            </a:r>
            <a:r>
              <a:rPr lang="en-GB" sz="1400" b="1" dirty="0">
                <a:solidFill>
                  <a:schemeClr val="tx2"/>
                </a:solidFill>
                <a:latin typeface="Cambria Math" panose="02040503050406030204" pitchFamily="18" charset="0"/>
                <a:ea typeface="Cambria Math" panose="02040503050406030204" pitchFamily="18" charset="0"/>
              </a:rPr>
              <a:t> </a:t>
            </a:r>
            <a:r>
              <a:rPr lang="en-GB" sz="1400" dirty="0"/>
              <a:t>return a string where all matching occurrences of the specified pattern are replaced by the replace string. </a:t>
            </a:r>
            <a:r>
              <a:rPr lang="en-US" sz="1400" dirty="0"/>
              <a:t>A full syntax of RE can be found: </a:t>
            </a:r>
            <a:r>
              <a:rPr lang="en-US" sz="1400" dirty="0">
                <a:hlinkClick r:id="rId5"/>
              </a:rPr>
              <a:t>https://docs.python.org/3/library/re.html</a:t>
            </a:r>
            <a:r>
              <a:rPr lang="en-US" sz="1400" dirty="0"/>
              <a:t> </a:t>
            </a:r>
          </a:p>
          <a:p>
            <a:endParaRPr lang="en-GB" sz="1400" dirty="0">
              <a:latin typeface="Arial" panose="020B0604020202020204" pitchFamily="34" charset="0"/>
              <a:cs typeface="Arial" panose="020B0604020202020204" pitchFamily="34" charset="0"/>
            </a:endParaRPr>
          </a:p>
          <a:p>
            <a:endParaRPr lang="en-US" dirty="0"/>
          </a:p>
        </p:txBody>
      </p:sp>
    </p:spTree>
    <p:custDataLst>
      <p:tags r:id="rId1"/>
    </p:custDataLst>
    <p:extLst>
      <p:ext uri="{BB962C8B-B14F-4D97-AF65-F5344CB8AC3E}">
        <p14:creationId xmlns:p14="http://schemas.microsoft.com/office/powerpoint/2010/main" val="321058918"/>
      </p:ext>
    </p:extLst>
  </p:cSld>
  <p:clrMapOvr>
    <a:masterClrMapping/>
  </p:clrMapOvr>
  <mc:AlternateContent xmlns:mc="http://schemas.openxmlformats.org/markup-compatibility/2006" xmlns:p14="http://schemas.microsoft.com/office/powerpoint/2010/main">
    <mc:Choice Requires="p14">
      <p:transition spd="slow" p14:dur="2000" advTm="15745"/>
    </mc:Choice>
    <mc:Fallback xmlns="">
      <p:transition spd="slow" advTm="157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4ADF-00CA-7542-37B4-6D079953EF98}"/>
              </a:ext>
            </a:extLst>
          </p:cNvPr>
          <p:cNvSpPr>
            <a:spLocks noGrp="1"/>
          </p:cNvSpPr>
          <p:nvPr>
            <p:ph type="title"/>
          </p:nvPr>
        </p:nvSpPr>
        <p:spPr>
          <a:xfrm>
            <a:off x="370800" y="0"/>
            <a:ext cx="8402400" cy="994172"/>
          </a:xfrm>
        </p:spPr>
        <p:txBody>
          <a:bodyPr/>
          <a:lstStyle/>
          <a:p>
            <a:r>
              <a:rPr lang="en-US" dirty="0"/>
              <a:t>Tokenization</a:t>
            </a:r>
          </a:p>
        </p:txBody>
      </p:sp>
      <p:sp>
        <p:nvSpPr>
          <p:cNvPr id="6" name="TextBox 5">
            <a:extLst>
              <a:ext uri="{FF2B5EF4-FFF2-40B4-BE49-F238E27FC236}">
                <a16:creationId xmlns:a16="http://schemas.microsoft.com/office/drawing/2014/main" id="{E643E6A4-2DA1-06DF-383A-897F80A8C75D}"/>
              </a:ext>
            </a:extLst>
          </p:cNvPr>
          <p:cNvSpPr txBox="1"/>
          <p:nvPr/>
        </p:nvSpPr>
        <p:spPr>
          <a:xfrm>
            <a:off x="370800" y="869764"/>
            <a:ext cx="7985050" cy="515526"/>
          </a:xfrm>
          <a:prstGeom prst="rect">
            <a:avLst/>
          </a:prstGeom>
          <a:noFill/>
        </p:spPr>
        <p:txBody>
          <a:bodyPr wrap="square" rtlCol="0">
            <a:spAutoFit/>
          </a:bodyPr>
          <a:lstStyle/>
          <a:p>
            <a:r>
              <a:rPr lang="en-GB" sz="1400" dirty="0"/>
              <a:t>Tokenization basically refers to splitting up a larger body of text into </a:t>
            </a:r>
            <a:r>
              <a:rPr lang="en-GB" sz="1400" dirty="0">
                <a:solidFill>
                  <a:schemeClr val="tx2"/>
                </a:solidFill>
              </a:rPr>
              <a:t>sentences</a:t>
            </a:r>
            <a:r>
              <a:rPr lang="en-GB" sz="1400" dirty="0"/>
              <a:t>, </a:t>
            </a:r>
            <a:r>
              <a:rPr lang="en-GB" sz="1400" dirty="0">
                <a:solidFill>
                  <a:schemeClr val="tx2"/>
                </a:solidFill>
              </a:rPr>
              <a:t>words</a:t>
            </a:r>
            <a:r>
              <a:rPr lang="en-GB" sz="1400" dirty="0"/>
              <a:t>, </a:t>
            </a:r>
            <a:r>
              <a:rPr lang="en-GB" sz="1400" dirty="0">
                <a:solidFill>
                  <a:schemeClr val="tx2"/>
                </a:solidFill>
              </a:rPr>
              <a:t>characters</a:t>
            </a:r>
            <a:r>
              <a:rPr lang="en-GB" sz="1400" dirty="0"/>
              <a:t>. </a:t>
            </a:r>
            <a:br>
              <a:rPr lang="en-GB" sz="1400" dirty="0"/>
            </a:br>
            <a:endParaRPr lang="en-US" dirty="0"/>
          </a:p>
        </p:txBody>
      </p:sp>
      <p:sp>
        <p:nvSpPr>
          <p:cNvPr id="8" name="TextBox 7">
            <a:extLst>
              <a:ext uri="{FF2B5EF4-FFF2-40B4-BE49-F238E27FC236}">
                <a16:creationId xmlns:a16="http://schemas.microsoft.com/office/drawing/2014/main" id="{C1899769-E6D9-C8C1-98D9-900B2FF072D1}"/>
              </a:ext>
            </a:extLst>
          </p:cNvPr>
          <p:cNvSpPr txBox="1"/>
          <p:nvPr/>
        </p:nvSpPr>
        <p:spPr>
          <a:xfrm>
            <a:off x="370800" y="1350859"/>
            <a:ext cx="3663318" cy="300082"/>
          </a:xfrm>
          <a:prstGeom prst="rect">
            <a:avLst/>
          </a:prstGeom>
          <a:noFill/>
        </p:spPr>
        <p:txBody>
          <a:bodyPr wrap="square" rtlCol="0">
            <a:spAutoFit/>
          </a:bodyPr>
          <a:lstStyle/>
          <a:p>
            <a:pPr marL="285750" indent="-285750">
              <a:buFont typeface="Wingdings" pitchFamily="2" charset="2"/>
              <a:buChar char="§"/>
            </a:pPr>
            <a:r>
              <a:rPr lang="en-US" dirty="0"/>
              <a:t>Sentence tokenization</a:t>
            </a:r>
          </a:p>
        </p:txBody>
      </p:sp>
      <p:sp>
        <p:nvSpPr>
          <p:cNvPr id="16" name="TextBox 15">
            <a:extLst>
              <a:ext uri="{FF2B5EF4-FFF2-40B4-BE49-F238E27FC236}">
                <a16:creationId xmlns:a16="http://schemas.microsoft.com/office/drawing/2014/main" id="{276FF483-1F27-9940-EAD1-3EFF8F2A3D21}"/>
              </a:ext>
            </a:extLst>
          </p:cNvPr>
          <p:cNvSpPr txBox="1"/>
          <p:nvPr/>
        </p:nvSpPr>
        <p:spPr>
          <a:xfrm>
            <a:off x="370800" y="2762164"/>
            <a:ext cx="2987584" cy="300082"/>
          </a:xfrm>
          <a:prstGeom prst="rect">
            <a:avLst/>
          </a:prstGeom>
          <a:noFill/>
        </p:spPr>
        <p:txBody>
          <a:bodyPr wrap="square" rtlCol="0">
            <a:spAutoFit/>
          </a:bodyPr>
          <a:lstStyle/>
          <a:p>
            <a:pPr marL="285750" indent="-285750">
              <a:buFont typeface="Wingdings" pitchFamily="2" charset="2"/>
              <a:buChar char="§"/>
            </a:pPr>
            <a:r>
              <a:rPr lang="en-US" dirty="0"/>
              <a:t>Word tokenization</a:t>
            </a:r>
          </a:p>
        </p:txBody>
      </p:sp>
      <p:pic>
        <p:nvPicPr>
          <p:cNvPr id="18" name="Picture 17" descr="Scatter chart&#10;&#10;Description automatically generated with medium confidence">
            <a:extLst>
              <a:ext uri="{FF2B5EF4-FFF2-40B4-BE49-F238E27FC236}">
                <a16:creationId xmlns:a16="http://schemas.microsoft.com/office/drawing/2014/main" id="{594A5219-EF1A-45A6-E656-1B1A9159EB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136" y="3129221"/>
            <a:ext cx="3737034" cy="759085"/>
          </a:xfrm>
          <a:prstGeom prst="rect">
            <a:avLst/>
          </a:prstGeom>
        </p:spPr>
      </p:pic>
      <p:pic>
        <p:nvPicPr>
          <p:cNvPr id="20" name="Picture 19" descr="Graphical user interface, text, application, email&#10;&#10;Description automatically generated">
            <a:extLst>
              <a:ext uri="{FF2B5EF4-FFF2-40B4-BE49-F238E27FC236}">
                <a16:creationId xmlns:a16="http://schemas.microsoft.com/office/drawing/2014/main" id="{5B001FA8-7D9E-B065-40DA-DF18375FD3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136" y="1667708"/>
            <a:ext cx="4084864" cy="1027481"/>
          </a:xfrm>
          <a:prstGeom prst="rect">
            <a:avLst/>
          </a:prstGeom>
        </p:spPr>
      </p:pic>
      <p:sp>
        <p:nvSpPr>
          <p:cNvPr id="22" name="TextBox 21">
            <a:extLst>
              <a:ext uri="{FF2B5EF4-FFF2-40B4-BE49-F238E27FC236}">
                <a16:creationId xmlns:a16="http://schemas.microsoft.com/office/drawing/2014/main" id="{4232434E-D196-8A45-49FF-E5ECE43C5D17}"/>
              </a:ext>
            </a:extLst>
          </p:cNvPr>
          <p:cNvSpPr txBox="1"/>
          <p:nvPr/>
        </p:nvSpPr>
        <p:spPr>
          <a:xfrm>
            <a:off x="4901207" y="1367626"/>
            <a:ext cx="3663318" cy="300082"/>
          </a:xfrm>
          <a:prstGeom prst="rect">
            <a:avLst/>
          </a:prstGeom>
          <a:noFill/>
        </p:spPr>
        <p:txBody>
          <a:bodyPr wrap="square" rtlCol="0">
            <a:spAutoFit/>
          </a:bodyPr>
          <a:lstStyle/>
          <a:p>
            <a:pPr marL="285750" indent="-285750">
              <a:buFont typeface="Wingdings" pitchFamily="2" charset="2"/>
              <a:buChar char="§"/>
            </a:pPr>
            <a:r>
              <a:rPr lang="en-US" dirty="0"/>
              <a:t>Character tokenization</a:t>
            </a:r>
          </a:p>
        </p:txBody>
      </p:sp>
      <p:pic>
        <p:nvPicPr>
          <p:cNvPr id="24" name="Picture 23" descr="Graphical user interface, application&#10;&#10;Description automatically generated">
            <a:extLst>
              <a:ext uri="{FF2B5EF4-FFF2-40B4-BE49-F238E27FC236}">
                <a16:creationId xmlns:a16="http://schemas.microsoft.com/office/drawing/2014/main" id="{37797F6F-029D-0610-C25E-471C923E771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9830" y="1650941"/>
            <a:ext cx="3737034" cy="776416"/>
          </a:xfrm>
          <a:prstGeom prst="rect">
            <a:avLst/>
          </a:prstGeom>
        </p:spPr>
      </p:pic>
    </p:spTree>
    <p:custDataLst>
      <p:tags r:id="rId1"/>
    </p:custDataLst>
    <p:extLst>
      <p:ext uri="{BB962C8B-B14F-4D97-AF65-F5344CB8AC3E}">
        <p14:creationId xmlns:p14="http://schemas.microsoft.com/office/powerpoint/2010/main" val="4019967924"/>
      </p:ext>
    </p:extLst>
  </p:cSld>
  <p:clrMapOvr>
    <a:masterClrMapping/>
  </p:clrMapOvr>
  <mc:AlternateContent xmlns:mc="http://schemas.openxmlformats.org/markup-compatibility/2006" xmlns:p14="http://schemas.microsoft.com/office/powerpoint/2010/main">
    <mc:Choice Requires="p14">
      <p:transition spd="slow" p14:dur="2000" advTm="14217"/>
    </mc:Choice>
    <mc:Fallback xmlns="">
      <p:transition spd="slow" advTm="1421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6"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BB4A-8E58-B454-5F01-990044E6B330}"/>
              </a:ext>
            </a:extLst>
          </p:cNvPr>
          <p:cNvSpPr>
            <a:spLocks noGrp="1"/>
          </p:cNvSpPr>
          <p:nvPr>
            <p:ph type="title"/>
          </p:nvPr>
        </p:nvSpPr>
        <p:spPr>
          <a:xfrm>
            <a:off x="370800" y="177025"/>
            <a:ext cx="8402400" cy="611981"/>
          </a:xfrm>
        </p:spPr>
        <p:txBody>
          <a:bodyPr/>
          <a:lstStyle/>
          <a:p>
            <a:r>
              <a:rPr lang="en-US" dirty="0"/>
              <a:t>Tokenization</a:t>
            </a:r>
          </a:p>
        </p:txBody>
      </p:sp>
      <p:sp>
        <p:nvSpPr>
          <p:cNvPr id="3" name="Content Placeholder 2">
            <a:extLst>
              <a:ext uri="{FF2B5EF4-FFF2-40B4-BE49-F238E27FC236}">
                <a16:creationId xmlns:a16="http://schemas.microsoft.com/office/drawing/2014/main" id="{D131A694-DD38-2BD4-6AEC-E3029ACC8509}"/>
              </a:ext>
            </a:extLst>
          </p:cNvPr>
          <p:cNvSpPr>
            <a:spLocks noGrp="1"/>
          </p:cNvSpPr>
          <p:nvPr>
            <p:ph sz="half" idx="1"/>
          </p:nvPr>
        </p:nvSpPr>
        <p:spPr>
          <a:xfrm>
            <a:off x="370800" y="789006"/>
            <a:ext cx="8402400" cy="3782994"/>
          </a:xfrm>
        </p:spPr>
        <p:txBody>
          <a:bodyPr>
            <a:normAutofit/>
          </a:bodyPr>
          <a:lstStyle/>
          <a:p>
            <a:pPr algn="l">
              <a:lnSpc>
                <a:spcPct val="150000"/>
              </a:lnSpc>
            </a:pPr>
            <a:r>
              <a:rPr lang="en-GB" sz="1400" b="1" i="0" dirty="0">
                <a:solidFill>
                  <a:srgbClr val="000000"/>
                </a:solidFill>
                <a:effectLst/>
                <a:latin typeface="+mn-lt"/>
              </a:rPr>
              <a:t>Word Level</a:t>
            </a:r>
            <a:endParaRPr lang="en-GB" sz="1400" b="0" i="0" dirty="0">
              <a:solidFill>
                <a:srgbClr val="000000"/>
              </a:solidFill>
              <a:effectLst/>
              <a:latin typeface="+mn-lt"/>
            </a:endParaRPr>
          </a:p>
          <a:p>
            <a:pPr lvl="1" algn="just">
              <a:lnSpc>
                <a:spcPct val="150000"/>
              </a:lnSpc>
              <a:buFont typeface="Arial" panose="020B0604020202020204" pitchFamily="34" charset="0"/>
              <a:buChar char="•"/>
            </a:pPr>
            <a:r>
              <a:rPr lang="en-GB" sz="1400" b="0" i="0" u="none" strike="noStrike" dirty="0">
                <a:solidFill>
                  <a:srgbClr val="000000"/>
                </a:solidFill>
                <a:effectLst/>
                <a:latin typeface="+mn-lt"/>
              </a:rPr>
              <a:t>Pros: Words are how we as human process text information.</a:t>
            </a:r>
          </a:p>
          <a:p>
            <a:pPr lvl="1" algn="just">
              <a:lnSpc>
                <a:spcPct val="150000"/>
              </a:lnSpc>
              <a:buFont typeface="Arial" panose="020B0604020202020204" pitchFamily="34" charset="0"/>
              <a:buChar char="•"/>
            </a:pPr>
            <a:r>
              <a:rPr lang="en-GB" sz="1400" b="0" i="0" u="none" strike="noStrike" dirty="0">
                <a:solidFill>
                  <a:srgbClr val="000000"/>
                </a:solidFill>
                <a:effectLst/>
                <a:latin typeface="+mn-lt"/>
              </a:rPr>
              <a:t>Cons: The correctness of the segmentation is highly dependent on the software we're using. Also, word level can't handle unseen words (a.k.a. out of vocabulary words) and performs poorly on rare words.</a:t>
            </a:r>
          </a:p>
          <a:p>
            <a:pPr algn="l">
              <a:lnSpc>
                <a:spcPct val="150000"/>
              </a:lnSpc>
            </a:pPr>
            <a:r>
              <a:rPr lang="en-GB" sz="1400" b="1" i="0" u="none" strike="noStrike" dirty="0">
                <a:solidFill>
                  <a:srgbClr val="000000"/>
                </a:solidFill>
                <a:effectLst/>
                <a:latin typeface="+mn-lt"/>
              </a:rPr>
              <a:t>Character Level</a:t>
            </a:r>
            <a:endParaRPr lang="en-GB" sz="1400" b="0" i="0" u="none" strike="noStrike" dirty="0">
              <a:solidFill>
                <a:srgbClr val="000000"/>
              </a:solidFill>
              <a:effectLst/>
              <a:latin typeface="+mn-lt"/>
            </a:endParaRPr>
          </a:p>
          <a:p>
            <a:pPr lvl="1" algn="just">
              <a:lnSpc>
                <a:spcPct val="150000"/>
              </a:lnSpc>
              <a:buFont typeface="Arial" panose="020B0604020202020204" pitchFamily="34" charset="0"/>
              <a:buChar char="•"/>
            </a:pPr>
            <a:r>
              <a:rPr lang="en-GB" sz="1400" b="0" i="0" dirty="0">
                <a:solidFill>
                  <a:srgbClr val="000000"/>
                </a:solidFill>
                <a:effectLst/>
                <a:latin typeface="+mn-lt"/>
              </a:rPr>
              <a:t>Pros: Requires the least number of </a:t>
            </a:r>
            <a:r>
              <a:rPr lang="en-GB" sz="1400" b="0" i="0" dirty="0" err="1">
                <a:solidFill>
                  <a:srgbClr val="000000"/>
                </a:solidFill>
                <a:effectLst/>
                <a:latin typeface="+mn-lt"/>
              </a:rPr>
              <a:t>preprocessing</a:t>
            </a:r>
            <a:r>
              <a:rPr lang="en-GB" sz="1400" b="0" i="0" dirty="0">
                <a:solidFill>
                  <a:srgbClr val="000000"/>
                </a:solidFill>
                <a:effectLst/>
                <a:latin typeface="+mn-lt"/>
              </a:rPr>
              <a:t> techniques.</a:t>
            </a:r>
          </a:p>
          <a:p>
            <a:pPr lvl="1" algn="just">
              <a:lnSpc>
                <a:spcPct val="150000"/>
              </a:lnSpc>
              <a:buFont typeface="Arial" panose="020B0604020202020204" pitchFamily="34" charset="0"/>
              <a:buChar char="•"/>
            </a:pPr>
            <a:r>
              <a:rPr lang="en-GB" sz="1400" b="0" i="0" dirty="0">
                <a:solidFill>
                  <a:srgbClr val="000000"/>
                </a:solidFill>
                <a:effectLst/>
                <a:latin typeface="+mn-lt"/>
              </a:rPr>
              <a:t>Cons: The downstream task needs to be able to learn relative positions of the characters, dependencies, spellings, making it harder to achieve good performance.</a:t>
            </a:r>
          </a:p>
          <a:p>
            <a:pPr marL="0" indent="0">
              <a:lnSpc>
                <a:spcPct val="150000"/>
              </a:lnSpc>
              <a:buNone/>
            </a:pPr>
            <a:br>
              <a:rPr lang="en-GB" sz="900" dirty="0">
                <a:latin typeface="+mn-lt"/>
              </a:rPr>
            </a:br>
            <a:endParaRPr lang="en-US" sz="900" dirty="0">
              <a:latin typeface="+mn-lt"/>
            </a:endParaRPr>
          </a:p>
        </p:txBody>
      </p:sp>
    </p:spTree>
    <p:extLst>
      <p:ext uri="{BB962C8B-B14F-4D97-AF65-F5344CB8AC3E}">
        <p14:creationId xmlns:p14="http://schemas.microsoft.com/office/powerpoint/2010/main" val="900904579"/>
      </p:ext>
    </p:extLst>
  </p:cSld>
  <p:clrMapOvr>
    <a:masterClrMapping/>
  </p:clrMapOvr>
  <mc:AlternateContent xmlns:mc="http://schemas.openxmlformats.org/markup-compatibility/2006" xmlns:p14="http://schemas.microsoft.com/office/powerpoint/2010/main">
    <mc:Choice Requires="p14">
      <p:transition spd="slow" p14:dur="2000" advTm="1468"/>
    </mc:Choice>
    <mc:Fallback xmlns="">
      <p:transition spd="slow" advTm="1468"/>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C886C-BA97-8FC5-1219-24EEA0C1DB3A}"/>
              </a:ext>
            </a:extLst>
          </p:cNvPr>
          <p:cNvSpPr>
            <a:spLocks noGrp="1"/>
          </p:cNvSpPr>
          <p:nvPr>
            <p:ph type="title"/>
          </p:nvPr>
        </p:nvSpPr>
        <p:spPr>
          <a:xfrm>
            <a:off x="370800" y="101722"/>
            <a:ext cx="8402400" cy="994172"/>
          </a:xfrm>
        </p:spPr>
        <p:txBody>
          <a:bodyPr/>
          <a:lstStyle/>
          <a:p>
            <a:r>
              <a:rPr lang="en-US" dirty="0"/>
              <a:t>Stemming</a:t>
            </a:r>
          </a:p>
        </p:txBody>
      </p:sp>
      <p:sp>
        <p:nvSpPr>
          <p:cNvPr id="3" name="Content Placeholder 2">
            <a:extLst>
              <a:ext uri="{FF2B5EF4-FFF2-40B4-BE49-F238E27FC236}">
                <a16:creationId xmlns:a16="http://schemas.microsoft.com/office/drawing/2014/main" id="{A5155DB2-7212-7CCC-9778-A951B1C4C7A1}"/>
              </a:ext>
            </a:extLst>
          </p:cNvPr>
          <p:cNvSpPr>
            <a:spLocks noGrp="1"/>
          </p:cNvSpPr>
          <p:nvPr>
            <p:ph sz="half" idx="1"/>
          </p:nvPr>
        </p:nvSpPr>
        <p:spPr>
          <a:xfrm>
            <a:off x="370800" y="1095894"/>
            <a:ext cx="4144050" cy="2888456"/>
          </a:xfrm>
        </p:spPr>
        <p:txBody>
          <a:bodyPr/>
          <a:lstStyle/>
          <a:p>
            <a:r>
              <a:rPr lang="en-GB" b="0" i="0" dirty="0">
                <a:solidFill>
                  <a:srgbClr val="222222"/>
                </a:solidFill>
                <a:effectLst/>
                <a:latin typeface="Lato" panose="020F0502020204030203" pitchFamily="34" charset="0"/>
              </a:rPr>
              <a:t>Stemming is a process to reduce the word to its </a:t>
            </a:r>
            <a:r>
              <a:rPr lang="en-GB" b="0" i="0" dirty="0">
                <a:solidFill>
                  <a:schemeClr val="tx2"/>
                </a:solidFill>
                <a:effectLst/>
                <a:latin typeface="Lato" panose="020F0502020204030203" pitchFamily="34" charset="0"/>
              </a:rPr>
              <a:t>root</a:t>
            </a:r>
            <a:r>
              <a:rPr lang="en-GB" b="0" i="0" dirty="0">
                <a:solidFill>
                  <a:srgbClr val="222222"/>
                </a:solidFill>
                <a:effectLst/>
                <a:latin typeface="Lato" panose="020F0502020204030203" pitchFamily="34" charset="0"/>
              </a:rPr>
              <a:t> </a:t>
            </a:r>
            <a:r>
              <a:rPr lang="en-GB" b="0" i="0" dirty="0">
                <a:solidFill>
                  <a:schemeClr val="tx2"/>
                </a:solidFill>
                <a:effectLst/>
                <a:latin typeface="Lato" panose="020F0502020204030203" pitchFamily="34" charset="0"/>
              </a:rPr>
              <a:t>stem</a:t>
            </a:r>
            <a:r>
              <a:rPr lang="en-GB" b="0" i="0" dirty="0">
                <a:solidFill>
                  <a:srgbClr val="222222"/>
                </a:solidFill>
                <a:effectLst/>
                <a:latin typeface="Lato" panose="020F0502020204030203" pitchFamily="34" charset="0"/>
              </a:rPr>
              <a:t>. For example</a:t>
            </a:r>
            <a:r>
              <a:rPr lang="en-GB" dirty="0">
                <a:solidFill>
                  <a:srgbClr val="222222"/>
                </a:solidFill>
                <a:latin typeface="Lato" panose="020F0502020204030203" pitchFamily="34" charset="0"/>
              </a:rPr>
              <a:t>, </a:t>
            </a:r>
            <a:r>
              <a:rPr lang="en-GB" b="0" i="0" dirty="0">
                <a:solidFill>
                  <a:srgbClr val="222222"/>
                </a:solidFill>
                <a:effectLst/>
                <a:latin typeface="Lato" panose="020F0502020204030203" pitchFamily="34" charset="0"/>
              </a:rPr>
              <a:t>run, running</a:t>
            </a:r>
            <a:r>
              <a:rPr lang="en-GB" b="0" i="0">
                <a:solidFill>
                  <a:srgbClr val="222222"/>
                </a:solidFill>
                <a:effectLst/>
                <a:latin typeface="Lato" panose="020F0502020204030203" pitchFamily="34" charset="0"/>
              </a:rPr>
              <a:t>, runs</a:t>
            </a:r>
            <a:r>
              <a:rPr lang="en-GB">
                <a:solidFill>
                  <a:srgbClr val="222222"/>
                </a:solidFill>
                <a:latin typeface="Lato" panose="020F0502020204030203" pitchFamily="34" charset="0"/>
              </a:rPr>
              <a:t> </a:t>
            </a:r>
            <a:r>
              <a:rPr lang="en-GB" b="0" i="0">
                <a:solidFill>
                  <a:srgbClr val="222222"/>
                </a:solidFill>
                <a:effectLst/>
                <a:latin typeface="Lato" panose="020F0502020204030203" pitchFamily="34" charset="0"/>
              </a:rPr>
              <a:t>derived </a:t>
            </a:r>
            <a:r>
              <a:rPr lang="en-GB" b="0" i="0" dirty="0">
                <a:solidFill>
                  <a:srgbClr val="222222"/>
                </a:solidFill>
                <a:effectLst/>
                <a:latin typeface="Lato" panose="020F0502020204030203" pitchFamily="34" charset="0"/>
              </a:rPr>
              <a:t>from the same word as run. Basically, stemming removes the prefix or suffix from word like </a:t>
            </a:r>
            <a:r>
              <a:rPr lang="en-GB" b="0" i="0" dirty="0" err="1">
                <a:solidFill>
                  <a:srgbClr val="222222"/>
                </a:solidFill>
                <a:effectLst/>
                <a:latin typeface="Lato" panose="020F0502020204030203" pitchFamily="34" charset="0"/>
              </a:rPr>
              <a:t>ing</a:t>
            </a:r>
            <a:r>
              <a:rPr lang="en-GB" b="0" i="0" dirty="0">
                <a:solidFill>
                  <a:srgbClr val="222222"/>
                </a:solidFill>
                <a:effectLst/>
                <a:latin typeface="Lato" panose="020F0502020204030203" pitchFamily="34" charset="0"/>
              </a:rPr>
              <a:t>, s, es, etc. NLTK library is used to stem the words.</a:t>
            </a:r>
            <a:endParaRPr lang="en-US" dirty="0"/>
          </a:p>
        </p:txBody>
      </p:sp>
      <p:pic>
        <p:nvPicPr>
          <p:cNvPr id="6" name="Picture 5" descr="Graphical user interface, text, application, email&#10;&#10;Description automatically generated">
            <a:extLst>
              <a:ext uri="{FF2B5EF4-FFF2-40B4-BE49-F238E27FC236}">
                <a16:creationId xmlns:a16="http://schemas.microsoft.com/office/drawing/2014/main" id="{5859CB33-67DB-D7A1-47FB-738D912975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8087" y="1154850"/>
            <a:ext cx="4047328" cy="2136989"/>
          </a:xfrm>
          <a:prstGeom prst="rect">
            <a:avLst/>
          </a:prstGeom>
        </p:spPr>
      </p:pic>
    </p:spTree>
    <p:custDataLst>
      <p:tags r:id="rId1"/>
    </p:custDataLst>
    <p:extLst>
      <p:ext uri="{BB962C8B-B14F-4D97-AF65-F5344CB8AC3E}">
        <p14:creationId xmlns:p14="http://schemas.microsoft.com/office/powerpoint/2010/main" val="3103517608"/>
      </p:ext>
    </p:extLst>
  </p:cSld>
  <p:clrMapOvr>
    <a:masterClrMapping/>
  </p:clrMapOvr>
  <mc:AlternateContent xmlns:mc="http://schemas.openxmlformats.org/markup-compatibility/2006" xmlns:p14="http://schemas.microsoft.com/office/powerpoint/2010/main">
    <mc:Choice Requires="p14">
      <p:transition spd="slow" p14:dur="2000" advTm="10140"/>
    </mc:Choice>
    <mc:Fallback xmlns="">
      <p:transition spd="slow" advTm="101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16C6B-E1C3-ACC9-92CC-E59BAF2835CB}"/>
              </a:ext>
            </a:extLst>
          </p:cNvPr>
          <p:cNvSpPr>
            <a:spLocks noGrp="1"/>
          </p:cNvSpPr>
          <p:nvPr>
            <p:ph type="title"/>
          </p:nvPr>
        </p:nvSpPr>
        <p:spPr>
          <a:xfrm>
            <a:off x="370800" y="0"/>
            <a:ext cx="8402400" cy="994172"/>
          </a:xfrm>
        </p:spPr>
        <p:txBody>
          <a:bodyPr/>
          <a:lstStyle/>
          <a:p>
            <a:r>
              <a:rPr lang="en-US" dirty="0"/>
              <a:t>Lemmatization</a:t>
            </a:r>
          </a:p>
        </p:txBody>
      </p:sp>
      <p:sp>
        <p:nvSpPr>
          <p:cNvPr id="3" name="Content Placeholder 2">
            <a:extLst>
              <a:ext uri="{FF2B5EF4-FFF2-40B4-BE49-F238E27FC236}">
                <a16:creationId xmlns:a16="http://schemas.microsoft.com/office/drawing/2014/main" id="{F227F89E-154F-0158-6A93-336DD3B302AB}"/>
              </a:ext>
            </a:extLst>
          </p:cNvPr>
          <p:cNvSpPr>
            <a:spLocks noGrp="1"/>
          </p:cNvSpPr>
          <p:nvPr>
            <p:ph sz="half" idx="1"/>
          </p:nvPr>
        </p:nvSpPr>
        <p:spPr>
          <a:xfrm>
            <a:off x="370800" y="720762"/>
            <a:ext cx="4144050" cy="3536913"/>
          </a:xfrm>
        </p:spPr>
        <p:txBody>
          <a:bodyPr>
            <a:normAutofit/>
          </a:bodyPr>
          <a:lstStyle/>
          <a:p>
            <a:r>
              <a:rPr lang="en-GB" sz="1800" b="0" i="0" dirty="0">
                <a:solidFill>
                  <a:srgbClr val="222222"/>
                </a:solidFill>
                <a:effectLst/>
                <a:latin typeface="+mn-lt"/>
              </a:rPr>
              <a:t>The stemming technique is not perfect because most of the time it stems the unwanted words. So, to solve the problem another technique came into the market is </a:t>
            </a:r>
            <a:r>
              <a:rPr lang="en-GB" sz="1800" b="0" i="0" dirty="0">
                <a:solidFill>
                  <a:schemeClr val="tx2"/>
                </a:solidFill>
                <a:effectLst/>
                <a:latin typeface="+mn-lt"/>
              </a:rPr>
              <a:t>Lemmatization</a:t>
            </a:r>
            <a:r>
              <a:rPr lang="en-GB" sz="1800" b="0" i="0" dirty="0">
                <a:solidFill>
                  <a:srgbClr val="222222"/>
                </a:solidFill>
                <a:effectLst/>
                <a:latin typeface="+mn-lt"/>
              </a:rPr>
              <a:t>. </a:t>
            </a:r>
          </a:p>
          <a:p>
            <a:r>
              <a:rPr lang="en-GB" sz="1800" b="0" i="0" dirty="0">
                <a:solidFill>
                  <a:srgbClr val="222222"/>
                </a:solidFill>
                <a:effectLst/>
                <a:latin typeface="+mn-lt"/>
              </a:rPr>
              <a:t>Lemmatization is a systematic way to reduce the words into their lemma by matching them with a language dictionary.</a:t>
            </a:r>
          </a:p>
          <a:p>
            <a:r>
              <a:rPr lang="en-GB" sz="1800" dirty="0"/>
              <a:t>Lemmatization considers the context and converts the word to its </a:t>
            </a:r>
            <a:r>
              <a:rPr lang="en-GB" sz="1800" dirty="0">
                <a:solidFill>
                  <a:schemeClr val="tx2"/>
                </a:solidFill>
              </a:rPr>
              <a:t>meaningful</a:t>
            </a:r>
            <a:r>
              <a:rPr lang="en-GB" sz="1800" dirty="0"/>
              <a:t> base form</a:t>
            </a:r>
            <a:endParaRPr lang="en-US" sz="1800" dirty="0">
              <a:latin typeface="+mn-lt"/>
            </a:endParaRPr>
          </a:p>
        </p:txBody>
      </p:sp>
      <p:pic>
        <p:nvPicPr>
          <p:cNvPr id="6" name="Picture 5" descr="Graphical user interface, text, application&#10;&#10;Description automatically generated">
            <a:extLst>
              <a:ext uri="{FF2B5EF4-FFF2-40B4-BE49-F238E27FC236}">
                <a16:creationId xmlns:a16="http://schemas.microsoft.com/office/drawing/2014/main" id="{6AB81E2B-D9C8-9FDD-2D1C-CA7943A23A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1213" y="720762"/>
            <a:ext cx="4013582" cy="2452744"/>
          </a:xfrm>
          <a:prstGeom prst="rect">
            <a:avLst/>
          </a:prstGeom>
        </p:spPr>
      </p:pic>
    </p:spTree>
    <p:custDataLst>
      <p:tags r:id="rId1"/>
    </p:custDataLst>
    <p:extLst>
      <p:ext uri="{BB962C8B-B14F-4D97-AF65-F5344CB8AC3E}">
        <p14:creationId xmlns:p14="http://schemas.microsoft.com/office/powerpoint/2010/main" val="3843632764"/>
      </p:ext>
    </p:extLst>
  </p:cSld>
  <p:clrMapOvr>
    <a:masterClrMapping/>
  </p:clrMapOvr>
  <mc:AlternateContent xmlns:mc="http://schemas.openxmlformats.org/markup-compatibility/2006" xmlns:p14="http://schemas.microsoft.com/office/powerpoint/2010/main">
    <mc:Choice Requires="p14">
      <p:transition spd="slow" p14:dur="2000" advTm="6601"/>
    </mc:Choice>
    <mc:Fallback xmlns="">
      <p:transition spd="slow" advTm="66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3966-5FD6-9D7B-9F49-7A0CE185FFAD}"/>
              </a:ext>
            </a:extLst>
          </p:cNvPr>
          <p:cNvSpPr>
            <a:spLocks noGrp="1"/>
          </p:cNvSpPr>
          <p:nvPr>
            <p:ph type="title"/>
          </p:nvPr>
        </p:nvSpPr>
        <p:spPr/>
        <p:txBody>
          <a:bodyPr/>
          <a:lstStyle/>
          <a:p>
            <a:r>
              <a:rPr lang="en-GB" sz="3200" i="0" dirty="0"/>
              <a:t>Vectorization</a:t>
            </a:r>
            <a:br>
              <a:rPr lang="en-GB" dirty="0"/>
            </a:br>
            <a:endParaRPr lang="en-US" dirty="0"/>
          </a:p>
        </p:txBody>
      </p:sp>
      <p:sp>
        <p:nvSpPr>
          <p:cNvPr id="3" name="Content Placeholder 2">
            <a:extLst>
              <a:ext uri="{FF2B5EF4-FFF2-40B4-BE49-F238E27FC236}">
                <a16:creationId xmlns:a16="http://schemas.microsoft.com/office/drawing/2014/main" id="{1476C7EB-51E9-BDBC-CD2C-4F560152AF3C}"/>
              </a:ext>
            </a:extLst>
          </p:cNvPr>
          <p:cNvSpPr>
            <a:spLocks noGrp="1"/>
          </p:cNvSpPr>
          <p:nvPr>
            <p:ph sz="half" idx="1"/>
          </p:nvPr>
        </p:nvSpPr>
        <p:spPr>
          <a:xfrm>
            <a:off x="427949" y="906640"/>
            <a:ext cx="8565443" cy="2888456"/>
          </a:xfrm>
        </p:spPr>
        <p:txBody>
          <a:bodyPr>
            <a:normAutofit/>
          </a:bodyPr>
          <a:lstStyle/>
          <a:p>
            <a:r>
              <a:rPr lang="en-US" sz="1800" dirty="0">
                <a:latin typeface="+mn-lt"/>
              </a:rPr>
              <a:t>Humans understand the semantics of words, but computers don’t, computers understand </a:t>
            </a:r>
            <a:r>
              <a:rPr lang="en-US" sz="1800" dirty="0">
                <a:solidFill>
                  <a:schemeClr val="tx2"/>
                </a:solidFill>
                <a:latin typeface="+mn-lt"/>
              </a:rPr>
              <a:t>numbers</a:t>
            </a:r>
          </a:p>
          <a:p>
            <a:r>
              <a:rPr lang="en-GB" sz="1800" b="0" i="0" dirty="0">
                <a:solidFill>
                  <a:srgbClr val="222222"/>
                </a:solidFill>
                <a:effectLst/>
                <a:latin typeface="+mn-lt"/>
              </a:rPr>
              <a:t>To convert the text data into numerical data, we need some methods known as </a:t>
            </a:r>
            <a:r>
              <a:rPr lang="en-GB" sz="1800" b="1" i="0" dirty="0">
                <a:solidFill>
                  <a:schemeClr val="tx2"/>
                </a:solidFill>
                <a:effectLst/>
                <a:latin typeface="+mn-lt"/>
              </a:rPr>
              <a:t>vectorization</a:t>
            </a:r>
            <a:r>
              <a:rPr lang="en-GB" sz="1800" b="1" i="0" dirty="0">
                <a:solidFill>
                  <a:srgbClr val="222222"/>
                </a:solidFill>
                <a:effectLst/>
                <a:latin typeface="+mn-lt"/>
              </a:rPr>
              <a:t>,</a:t>
            </a:r>
            <a:r>
              <a:rPr lang="en-GB" sz="1800" b="0" i="0" dirty="0">
                <a:solidFill>
                  <a:srgbClr val="222222"/>
                </a:solidFill>
                <a:effectLst/>
                <a:latin typeface="+mn-lt"/>
              </a:rPr>
              <a:t> or in the NLP world, it is known as </a:t>
            </a:r>
            <a:r>
              <a:rPr lang="en-GB" sz="1800" b="1" i="0" dirty="0">
                <a:solidFill>
                  <a:schemeClr val="tx2"/>
                </a:solidFill>
                <a:effectLst/>
                <a:latin typeface="+mn-lt"/>
              </a:rPr>
              <a:t>Word embeddings</a:t>
            </a:r>
            <a:r>
              <a:rPr lang="en-GB" sz="1800" b="1" i="0" dirty="0">
                <a:solidFill>
                  <a:srgbClr val="222222"/>
                </a:solidFill>
                <a:effectLst/>
                <a:latin typeface="+mn-lt"/>
              </a:rPr>
              <a:t>.</a:t>
            </a:r>
          </a:p>
          <a:p>
            <a:endParaRPr lang="en-US" sz="1800" dirty="0">
              <a:solidFill>
                <a:schemeClr val="tx2"/>
              </a:solidFill>
              <a:latin typeface="+mn-lt"/>
            </a:endParaRPr>
          </a:p>
        </p:txBody>
      </p:sp>
    </p:spTree>
    <p:extLst>
      <p:ext uri="{BB962C8B-B14F-4D97-AF65-F5344CB8AC3E}">
        <p14:creationId xmlns:p14="http://schemas.microsoft.com/office/powerpoint/2010/main" val="620961661"/>
      </p:ext>
    </p:extLst>
  </p:cSld>
  <p:clrMapOvr>
    <a:masterClrMapping/>
  </p:clrMapOvr>
  <mc:AlternateContent xmlns:mc="http://schemas.openxmlformats.org/markup-compatibility/2006" xmlns:p14="http://schemas.microsoft.com/office/powerpoint/2010/main">
    <mc:Choice Requires="p14">
      <p:transition spd="slow" p14:dur="2000" advTm="3385"/>
    </mc:Choice>
    <mc:Fallback xmlns="">
      <p:transition spd="slow" advTm="3385"/>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E0323-A278-B263-F807-82D749CD8000}"/>
              </a:ext>
            </a:extLst>
          </p:cNvPr>
          <p:cNvSpPr>
            <a:spLocks noGrp="1"/>
          </p:cNvSpPr>
          <p:nvPr>
            <p:ph type="title"/>
          </p:nvPr>
        </p:nvSpPr>
        <p:spPr>
          <a:xfrm>
            <a:off x="370800" y="86060"/>
            <a:ext cx="8402400" cy="804793"/>
          </a:xfrm>
        </p:spPr>
        <p:txBody>
          <a:bodyPr/>
          <a:lstStyle/>
          <a:p>
            <a:r>
              <a:rPr lang="en-GB" dirty="0">
                <a:solidFill>
                  <a:srgbClr val="222222"/>
                </a:solidFill>
                <a:effectLst/>
              </a:rPr>
              <a:t>Bag of  Words (</a:t>
            </a:r>
            <a:r>
              <a:rPr lang="en-GB" dirty="0" err="1">
                <a:solidFill>
                  <a:srgbClr val="222222"/>
                </a:solidFill>
                <a:effectLst/>
              </a:rPr>
              <a:t>BoW</a:t>
            </a:r>
            <a:r>
              <a:rPr lang="en-GB" dirty="0">
                <a:solidFill>
                  <a:srgbClr val="222222"/>
                </a:solidFill>
                <a:effectLst/>
              </a:rPr>
              <a:t>) model</a:t>
            </a:r>
            <a:endParaRPr lang="en-US" dirty="0"/>
          </a:p>
        </p:txBody>
      </p:sp>
      <p:sp>
        <p:nvSpPr>
          <p:cNvPr id="4" name="Content Placeholder 2">
            <a:extLst>
              <a:ext uri="{FF2B5EF4-FFF2-40B4-BE49-F238E27FC236}">
                <a16:creationId xmlns:a16="http://schemas.microsoft.com/office/drawing/2014/main" id="{6426B4A6-95A0-4C80-5D13-A68DA404452F}"/>
              </a:ext>
            </a:extLst>
          </p:cNvPr>
          <p:cNvSpPr txBox="1">
            <a:spLocks/>
          </p:cNvSpPr>
          <p:nvPr/>
        </p:nvSpPr>
        <p:spPr>
          <a:xfrm>
            <a:off x="523200" y="1043253"/>
            <a:ext cx="8289106" cy="143279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GB" sz="1400" dirty="0">
                <a:solidFill>
                  <a:srgbClr val="222222"/>
                </a:solidFill>
                <a:latin typeface="+mn-lt"/>
              </a:rPr>
              <a:t>The Bag of Words (</a:t>
            </a:r>
            <a:r>
              <a:rPr lang="en-GB" sz="1400" dirty="0" err="1">
                <a:solidFill>
                  <a:srgbClr val="222222"/>
                </a:solidFill>
                <a:latin typeface="+mn-lt"/>
              </a:rPr>
              <a:t>BoW</a:t>
            </a:r>
            <a:r>
              <a:rPr lang="en-GB" sz="1400" dirty="0">
                <a:solidFill>
                  <a:srgbClr val="222222"/>
                </a:solidFill>
                <a:latin typeface="+mn-lt"/>
              </a:rPr>
              <a:t>) model is the simplest form of text representation in numbers</a:t>
            </a:r>
          </a:p>
          <a:p>
            <a:r>
              <a:rPr lang="en-GB" sz="1400" dirty="0">
                <a:latin typeface="+mn-lt"/>
              </a:rPr>
              <a:t>Let’s consider the following reviews. </a:t>
            </a:r>
          </a:p>
          <a:p>
            <a:pPr lvl="1"/>
            <a:r>
              <a:rPr lang="en-GB" sz="1400" dirty="0">
                <a:latin typeface="+mn-lt"/>
              </a:rPr>
              <a:t>Review 1: </a:t>
            </a:r>
            <a:r>
              <a:rPr lang="en-GB" sz="1400" b="1" dirty="0">
                <a:latin typeface="+mn-lt"/>
              </a:rPr>
              <a:t>The movie is boring and long! </a:t>
            </a:r>
          </a:p>
          <a:p>
            <a:pPr lvl="1"/>
            <a:r>
              <a:rPr lang="en-GB" sz="1400" dirty="0">
                <a:latin typeface="+mn-lt"/>
              </a:rPr>
              <a:t>Review 2: </a:t>
            </a:r>
            <a:r>
              <a:rPr lang="en-GB" sz="1400" b="1" dirty="0">
                <a:latin typeface="+mn-lt"/>
              </a:rPr>
              <a:t>The movie is scary and is slow. </a:t>
            </a:r>
          </a:p>
          <a:p>
            <a:pPr lvl="1"/>
            <a:r>
              <a:rPr lang="en-GB" sz="1400" dirty="0">
                <a:latin typeface="+mn-lt"/>
              </a:rPr>
              <a:t>Review 3: </a:t>
            </a:r>
            <a:r>
              <a:rPr lang="en-GB" sz="1400" b="1" dirty="0">
                <a:latin typeface="+mn-lt"/>
              </a:rPr>
              <a:t>Worst movie have ever seen. </a:t>
            </a:r>
          </a:p>
          <a:p>
            <a:pPr marL="342900" lvl="1" indent="0">
              <a:buFont typeface="Arial" panose="020B0604020202020204" pitchFamily="34" charset="0"/>
              <a:buNone/>
            </a:pPr>
            <a:endParaRPr lang="en-GB" sz="1500" dirty="0">
              <a:latin typeface="+mn-lt"/>
            </a:endParaRPr>
          </a:p>
          <a:p>
            <a:endParaRPr lang="en-US" dirty="0"/>
          </a:p>
        </p:txBody>
      </p:sp>
      <p:graphicFrame>
        <p:nvGraphicFramePr>
          <p:cNvPr id="6" name="Table 6">
            <a:extLst>
              <a:ext uri="{FF2B5EF4-FFF2-40B4-BE49-F238E27FC236}">
                <a16:creationId xmlns:a16="http://schemas.microsoft.com/office/drawing/2014/main" id="{47E05789-81FF-FE62-5F11-CC4B8A7AB4FD}"/>
              </a:ext>
            </a:extLst>
          </p:cNvPr>
          <p:cNvGraphicFramePr>
            <a:graphicFrameLocks noGrp="1"/>
          </p:cNvGraphicFramePr>
          <p:nvPr>
            <p:extLst>
              <p:ext uri="{D42A27DB-BD31-4B8C-83A1-F6EECF244321}">
                <p14:modId xmlns:p14="http://schemas.microsoft.com/office/powerpoint/2010/main" val="976299919"/>
              </p:ext>
            </p:extLst>
          </p:nvPr>
        </p:nvGraphicFramePr>
        <p:xfrm>
          <a:off x="812058" y="2487482"/>
          <a:ext cx="8000248" cy="1794736"/>
        </p:xfrm>
        <a:graphic>
          <a:graphicData uri="http://schemas.openxmlformats.org/drawingml/2006/table">
            <a:tbl>
              <a:tblPr firstRow="1" bandRow="1">
                <a:tableStyleId>{5940675A-B579-460E-94D1-54222C63F5DA}</a:tableStyleId>
              </a:tblPr>
              <a:tblGrid>
                <a:gridCol w="892884">
                  <a:extLst>
                    <a:ext uri="{9D8B030D-6E8A-4147-A177-3AD203B41FA5}">
                      <a16:colId xmlns:a16="http://schemas.microsoft.com/office/drawing/2014/main" val="2328002086"/>
                    </a:ext>
                  </a:extLst>
                </a:gridCol>
                <a:gridCol w="494852">
                  <a:extLst>
                    <a:ext uri="{9D8B030D-6E8A-4147-A177-3AD203B41FA5}">
                      <a16:colId xmlns:a16="http://schemas.microsoft.com/office/drawing/2014/main" val="3607585619"/>
                    </a:ext>
                  </a:extLst>
                </a:gridCol>
                <a:gridCol w="660053">
                  <a:extLst>
                    <a:ext uri="{9D8B030D-6E8A-4147-A177-3AD203B41FA5}">
                      <a16:colId xmlns:a16="http://schemas.microsoft.com/office/drawing/2014/main" val="2415529443"/>
                    </a:ext>
                  </a:extLst>
                </a:gridCol>
                <a:gridCol w="368538">
                  <a:extLst>
                    <a:ext uri="{9D8B030D-6E8A-4147-A177-3AD203B41FA5}">
                      <a16:colId xmlns:a16="http://schemas.microsoft.com/office/drawing/2014/main" val="3367183932"/>
                    </a:ext>
                  </a:extLst>
                </a:gridCol>
                <a:gridCol w="770582">
                  <a:extLst>
                    <a:ext uri="{9D8B030D-6E8A-4147-A177-3AD203B41FA5}">
                      <a16:colId xmlns:a16="http://schemas.microsoft.com/office/drawing/2014/main" val="1601426276"/>
                    </a:ext>
                  </a:extLst>
                </a:gridCol>
                <a:gridCol w="513721">
                  <a:extLst>
                    <a:ext uri="{9D8B030D-6E8A-4147-A177-3AD203B41FA5}">
                      <a16:colId xmlns:a16="http://schemas.microsoft.com/office/drawing/2014/main" val="1576392562"/>
                    </a:ext>
                  </a:extLst>
                </a:gridCol>
                <a:gridCol w="569560">
                  <a:extLst>
                    <a:ext uri="{9D8B030D-6E8A-4147-A177-3AD203B41FA5}">
                      <a16:colId xmlns:a16="http://schemas.microsoft.com/office/drawing/2014/main" val="1041400557"/>
                    </a:ext>
                  </a:extLst>
                </a:gridCol>
                <a:gridCol w="670070">
                  <a:extLst>
                    <a:ext uri="{9D8B030D-6E8A-4147-A177-3AD203B41FA5}">
                      <a16:colId xmlns:a16="http://schemas.microsoft.com/office/drawing/2014/main" val="3692024311"/>
                    </a:ext>
                  </a:extLst>
                </a:gridCol>
                <a:gridCol w="647734">
                  <a:extLst>
                    <a:ext uri="{9D8B030D-6E8A-4147-A177-3AD203B41FA5}">
                      <a16:colId xmlns:a16="http://schemas.microsoft.com/office/drawing/2014/main" val="365383182"/>
                    </a:ext>
                  </a:extLst>
                </a:gridCol>
                <a:gridCol w="636567">
                  <a:extLst>
                    <a:ext uri="{9D8B030D-6E8A-4147-A177-3AD203B41FA5}">
                      <a16:colId xmlns:a16="http://schemas.microsoft.com/office/drawing/2014/main" val="789391076"/>
                    </a:ext>
                  </a:extLst>
                </a:gridCol>
                <a:gridCol w="580728">
                  <a:extLst>
                    <a:ext uri="{9D8B030D-6E8A-4147-A177-3AD203B41FA5}">
                      <a16:colId xmlns:a16="http://schemas.microsoft.com/office/drawing/2014/main" val="3998330122"/>
                    </a:ext>
                  </a:extLst>
                </a:gridCol>
                <a:gridCol w="558392">
                  <a:extLst>
                    <a:ext uri="{9D8B030D-6E8A-4147-A177-3AD203B41FA5}">
                      <a16:colId xmlns:a16="http://schemas.microsoft.com/office/drawing/2014/main" val="597442812"/>
                    </a:ext>
                  </a:extLst>
                </a:gridCol>
                <a:gridCol w="636567">
                  <a:extLst>
                    <a:ext uri="{9D8B030D-6E8A-4147-A177-3AD203B41FA5}">
                      <a16:colId xmlns:a16="http://schemas.microsoft.com/office/drawing/2014/main" val="4263076292"/>
                    </a:ext>
                  </a:extLst>
                </a:gridCol>
              </a:tblGrid>
              <a:tr h="448684">
                <a:tc>
                  <a:txBody>
                    <a:bodyPr/>
                    <a:lstStyle/>
                    <a:p>
                      <a:endParaRPr lang="en-US" dirty="0"/>
                    </a:p>
                  </a:txBody>
                  <a:tcPr/>
                </a:tc>
                <a:tc>
                  <a:txBody>
                    <a:bodyPr/>
                    <a:lstStyle/>
                    <a:p>
                      <a:r>
                        <a:rPr lang="en-US" dirty="0"/>
                        <a:t>The</a:t>
                      </a:r>
                    </a:p>
                  </a:txBody>
                  <a:tcPr/>
                </a:tc>
                <a:tc>
                  <a:txBody>
                    <a:bodyPr/>
                    <a:lstStyle/>
                    <a:p>
                      <a:r>
                        <a:rPr lang="en-US" dirty="0"/>
                        <a:t>movie</a:t>
                      </a:r>
                    </a:p>
                  </a:txBody>
                  <a:tcPr/>
                </a:tc>
                <a:tc>
                  <a:txBody>
                    <a:bodyPr/>
                    <a:lstStyle/>
                    <a:p>
                      <a:r>
                        <a:rPr lang="en-US" dirty="0"/>
                        <a:t>is</a:t>
                      </a:r>
                    </a:p>
                  </a:txBody>
                  <a:tcPr/>
                </a:tc>
                <a:tc>
                  <a:txBody>
                    <a:bodyPr/>
                    <a:lstStyle/>
                    <a:p>
                      <a:r>
                        <a:rPr lang="en-US" dirty="0"/>
                        <a:t>boring</a:t>
                      </a:r>
                    </a:p>
                  </a:txBody>
                  <a:tcPr/>
                </a:tc>
                <a:tc>
                  <a:txBody>
                    <a:bodyPr/>
                    <a:lstStyle/>
                    <a:p>
                      <a:r>
                        <a:rPr lang="en-US" dirty="0"/>
                        <a:t>and</a:t>
                      </a:r>
                    </a:p>
                  </a:txBody>
                  <a:tcPr/>
                </a:tc>
                <a:tc>
                  <a:txBody>
                    <a:bodyPr/>
                    <a:lstStyle/>
                    <a:p>
                      <a:r>
                        <a:rPr lang="en-US" dirty="0"/>
                        <a:t>long</a:t>
                      </a:r>
                    </a:p>
                  </a:txBody>
                  <a:tcPr/>
                </a:tc>
                <a:tc>
                  <a:txBody>
                    <a:bodyPr/>
                    <a:lstStyle/>
                    <a:p>
                      <a:r>
                        <a:rPr lang="en-US" dirty="0"/>
                        <a:t>scary</a:t>
                      </a:r>
                    </a:p>
                  </a:txBody>
                  <a:tcPr/>
                </a:tc>
                <a:tc>
                  <a:txBody>
                    <a:bodyPr/>
                    <a:lstStyle/>
                    <a:p>
                      <a:r>
                        <a:rPr lang="en-US" dirty="0"/>
                        <a:t>slow</a:t>
                      </a:r>
                    </a:p>
                  </a:txBody>
                  <a:tcPr/>
                </a:tc>
                <a:tc>
                  <a:txBody>
                    <a:bodyPr/>
                    <a:lstStyle/>
                    <a:p>
                      <a:r>
                        <a:rPr lang="en-US" dirty="0"/>
                        <a:t>worst</a:t>
                      </a:r>
                    </a:p>
                  </a:txBody>
                  <a:tcPr/>
                </a:tc>
                <a:tc>
                  <a:txBody>
                    <a:bodyPr/>
                    <a:lstStyle/>
                    <a:p>
                      <a:r>
                        <a:rPr lang="en-US" dirty="0"/>
                        <a:t>have</a:t>
                      </a:r>
                    </a:p>
                  </a:txBody>
                  <a:tcPr/>
                </a:tc>
                <a:tc>
                  <a:txBody>
                    <a:bodyPr/>
                    <a:lstStyle/>
                    <a:p>
                      <a:r>
                        <a:rPr lang="en-US" dirty="0"/>
                        <a:t>ever</a:t>
                      </a:r>
                    </a:p>
                  </a:txBody>
                  <a:tcPr/>
                </a:tc>
                <a:tc>
                  <a:txBody>
                    <a:bodyPr/>
                    <a:lstStyle/>
                    <a:p>
                      <a:r>
                        <a:rPr lang="en-US" dirty="0"/>
                        <a:t>seen</a:t>
                      </a:r>
                    </a:p>
                  </a:txBody>
                  <a:tcPr/>
                </a:tc>
                <a:extLst>
                  <a:ext uri="{0D108BD9-81ED-4DB2-BD59-A6C34878D82A}">
                    <a16:rowId xmlns:a16="http://schemas.microsoft.com/office/drawing/2014/main" val="792015532"/>
                  </a:ext>
                </a:extLst>
              </a:tr>
              <a:tr h="448684">
                <a:tc>
                  <a:txBody>
                    <a:bodyPr/>
                    <a:lstStyle/>
                    <a:p>
                      <a:r>
                        <a:rPr lang="en-US" dirty="0"/>
                        <a:t>Review 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231545007"/>
                  </a:ext>
                </a:extLst>
              </a:tr>
              <a:tr h="44868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Review 2</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307417394"/>
                  </a:ext>
                </a:extLst>
              </a:tr>
              <a:tr h="44868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Review 3</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2225690611"/>
                  </a:ext>
                </a:extLst>
              </a:tr>
            </a:tbl>
          </a:graphicData>
        </a:graphic>
      </p:graphicFrame>
    </p:spTree>
    <p:custDataLst>
      <p:tags r:id="rId1"/>
    </p:custDataLst>
    <p:extLst>
      <p:ext uri="{BB962C8B-B14F-4D97-AF65-F5344CB8AC3E}">
        <p14:creationId xmlns:p14="http://schemas.microsoft.com/office/powerpoint/2010/main" val="1620181815"/>
      </p:ext>
    </p:extLst>
  </p:cSld>
  <p:clrMapOvr>
    <a:masterClrMapping/>
  </p:clrMapOvr>
  <mc:AlternateContent xmlns:mc="http://schemas.openxmlformats.org/markup-compatibility/2006" xmlns:p14="http://schemas.microsoft.com/office/powerpoint/2010/main">
    <mc:Choice Requires="p14">
      <p:transition spd="slow" p14:dur="2000" advTm="5494"/>
    </mc:Choice>
    <mc:Fallback xmlns="">
      <p:transition spd="slow" advTm="54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E0323-A278-B263-F807-82D749CD8000}"/>
              </a:ext>
            </a:extLst>
          </p:cNvPr>
          <p:cNvSpPr>
            <a:spLocks noGrp="1"/>
          </p:cNvSpPr>
          <p:nvPr>
            <p:ph type="title"/>
          </p:nvPr>
        </p:nvSpPr>
        <p:spPr>
          <a:xfrm>
            <a:off x="370800" y="86060"/>
            <a:ext cx="8402400" cy="804793"/>
          </a:xfrm>
        </p:spPr>
        <p:txBody>
          <a:bodyPr/>
          <a:lstStyle/>
          <a:p>
            <a:r>
              <a:rPr lang="en-GB" dirty="0">
                <a:solidFill>
                  <a:srgbClr val="222222"/>
                </a:solidFill>
                <a:effectLst/>
              </a:rPr>
              <a:t>Bag of  Words (</a:t>
            </a:r>
            <a:r>
              <a:rPr lang="en-GB" dirty="0" err="1">
                <a:solidFill>
                  <a:srgbClr val="222222"/>
                </a:solidFill>
                <a:effectLst/>
              </a:rPr>
              <a:t>BoW</a:t>
            </a:r>
            <a:r>
              <a:rPr lang="en-GB" dirty="0">
                <a:solidFill>
                  <a:srgbClr val="222222"/>
                </a:solidFill>
                <a:effectLst/>
              </a:rPr>
              <a:t>) model</a:t>
            </a:r>
            <a:endParaRPr lang="en-US" dirty="0"/>
          </a:p>
        </p:txBody>
      </p:sp>
      <p:graphicFrame>
        <p:nvGraphicFramePr>
          <p:cNvPr id="6" name="Table 6">
            <a:extLst>
              <a:ext uri="{FF2B5EF4-FFF2-40B4-BE49-F238E27FC236}">
                <a16:creationId xmlns:a16="http://schemas.microsoft.com/office/drawing/2014/main" id="{47E05789-81FF-FE62-5F11-CC4B8A7AB4FD}"/>
              </a:ext>
            </a:extLst>
          </p:cNvPr>
          <p:cNvGraphicFramePr>
            <a:graphicFrameLocks noGrp="1"/>
          </p:cNvGraphicFramePr>
          <p:nvPr>
            <p:extLst>
              <p:ext uri="{D42A27DB-BD31-4B8C-83A1-F6EECF244321}">
                <p14:modId xmlns:p14="http://schemas.microsoft.com/office/powerpoint/2010/main" val="125869499"/>
              </p:ext>
            </p:extLst>
          </p:nvPr>
        </p:nvGraphicFramePr>
        <p:xfrm>
          <a:off x="589169" y="890853"/>
          <a:ext cx="7965661" cy="1794736"/>
        </p:xfrm>
        <a:graphic>
          <a:graphicData uri="http://schemas.openxmlformats.org/drawingml/2006/table">
            <a:tbl>
              <a:tblPr firstRow="1" bandRow="1">
                <a:tableStyleId>{5940675A-B579-460E-94D1-54222C63F5DA}</a:tableStyleId>
              </a:tblPr>
              <a:tblGrid>
                <a:gridCol w="892884">
                  <a:extLst>
                    <a:ext uri="{9D8B030D-6E8A-4147-A177-3AD203B41FA5}">
                      <a16:colId xmlns:a16="http://schemas.microsoft.com/office/drawing/2014/main" val="2328002086"/>
                    </a:ext>
                  </a:extLst>
                </a:gridCol>
                <a:gridCol w="494852">
                  <a:extLst>
                    <a:ext uri="{9D8B030D-6E8A-4147-A177-3AD203B41FA5}">
                      <a16:colId xmlns:a16="http://schemas.microsoft.com/office/drawing/2014/main" val="3607585619"/>
                    </a:ext>
                  </a:extLst>
                </a:gridCol>
                <a:gridCol w="660053">
                  <a:extLst>
                    <a:ext uri="{9D8B030D-6E8A-4147-A177-3AD203B41FA5}">
                      <a16:colId xmlns:a16="http://schemas.microsoft.com/office/drawing/2014/main" val="2415529443"/>
                    </a:ext>
                  </a:extLst>
                </a:gridCol>
                <a:gridCol w="368538">
                  <a:extLst>
                    <a:ext uri="{9D8B030D-6E8A-4147-A177-3AD203B41FA5}">
                      <a16:colId xmlns:a16="http://schemas.microsoft.com/office/drawing/2014/main" val="3367183932"/>
                    </a:ext>
                  </a:extLst>
                </a:gridCol>
                <a:gridCol w="770582">
                  <a:extLst>
                    <a:ext uri="{9D8B030D-6E8A-4147-A177-3AD203B41FA5}">
                      <a16:colId xmlns:a16="http://schemas.microsoft.com/office/drawing/2014/main" val="1601426276"/>
                    </a:ext>
                  </a:extLst>
                </a:gridCol>
                <a:gridCol w="513721">
                  <a:extLst>
                    <a:ext uri="{9D8B030D-6E8A-4147-A177-3AD203B41FA5}">
                      <a16:colId xmlns:a16="http://schemas.microsoft.com/office/drawing/2014/main" val="1576392562"/>
                    </a:ext>
                  </a:extLst>
                </a:gridCol>
                <a:gridCol w="569560">
                  <a:extLst>
                    <a:ext uri="{9D8B030D-6E8A-4147-A177-3AD203B41FA5}">
                      <a16:colId xmlns:a16="http://schemas.microsoft.com/office/drawing/2014/main" val="1041400557"/>
                    </a:ext>
                  </a:extLst>
                </a:gridCol>
                <a:gridCol w="670070">
                  <a:extLst>
                    <a:ext uri="{9D8B030D-6E8A-4147-A177-3AD203B41FA5}">
                      <a16:colId xmlns:a16="http://schemas.microsoft.com/office/drawing/2014/main" val="3692024311"/>
                    </a:ext>
                  </a:extLst>
                </a:gridCol>
                <a:gridCol w="647734">
                  <a:extLst>
                    <a:ext uri="{9D8B030D-6E8A-4147-A177-3AD203B41FA5}">
                      <a16:colId xmlns:a16="http://schemas.microsoft.com/office/drawing/2014/main" val="365383182"/>
                    </a:ext>
                  </a:extLst>
                </a:gridCol>
                <a:gridCol w="636567">
                  <a:extLst>
                    <a:ext uri="{9D8B030D-6E8A-4147-A177-3AD203B41FA5}">
                      <a16:colId xmlns:a16="http://schemas.microsoft.com/office/drawing/2014/main" val="789391076"/>
                    </a:ext>
                  </a:extLst>
                </a:gridCol>
                <a:gridCol w="580728">
                  <a:extLst>
                    <a:ext uri="{9D8B030D-6E8A-4147-A177-3AD203B41FA5}">
                      <a16:colId xmlns:a16="http://schemas.microsoft.com/office/drawing/2014/main" val="3998330122"/>
                    </a:ext>
                  </a:extLst>
                </a:gridCol>
                <a:gridCol w="558392">
                  <a:extLst>
                    <a:ext uri="{9D8B030D-6E8A-4147-A177-3AD203B41FA5}">
                      <a16:colId xmlns:a16="http://schemas.microsoft.com/office/drawing/2014/main" val="597442812"/>
                    </a:ext>
                  </a:extLst>
                </a:gridCol>
                <a:gridCol w="601980">
                  <a:extLst>
                    <a:ext uri="{9D8B030D-6E8A-4147-A177-3AD203B41FA5}">
                      <a16:colId xmlns:a16="http://schemas.microsoft.com/office/drawing/2014/main" val="4263076292"/>
                    </a:ext>
                  </a:extLst>
                </a:gridCol>
              </a:tblGrid>
              <a:tr h="448684">
                <a:tc>
                  <a:txBody>
                    <a:bodyPr/>
                    <a:lstStyle/>
                    <a:p>
                      <a:endParaRPr lang="en-US" dirty="0"/>
                    </a:p>
                  </a:txBody>
                  <a:tcPr/>
                </a:tc>
                <a:tc>
                  <a:txBody>
                    <a:bodyPr/>
                    <a:lstStyle/>
                    <a:p>
                      <a:r>
                        <a:rPr lang="en-US" dirty="0"/>
                        <a:t>The</a:t>
                      </a:r>
                    </a:p>
                  </a:txBody>
                  <a:tcPr/>
                </a:tc>
                <a:tc>
                  <a:txBody>
                    <a:bodyPr/>
                    <a:lstStyle/>
                    <a:p>
                      <a:r>
                        <a:rPr lang="en-US" dirty="0"/>
                        <a:t>movie</a:t>
                      </a:r>
                    </a:p>
                  </a:txBody>
                  <a:tcPr/>
                </a:tc>
                <a:tc>
                  <a:txBody>
                    <a:bodyPr/>
                    <a:lstStyle/>
                    <a:p>
                      <a:r>
                        <a:rPr lang="en-US" dirty="0"/>
                        <a:t>is</a:t>
                      </a:r>
                    </a:p>
                  </a:txBody>
                  <a:tcPr/>
                </a:tc>
                <a:tc>
                  <a:txBody>
                    <a:bodyPr/>
                    <a:lstStyle/>
                    <a:p>
                      <a:r>
                        <a:rPr lang="en-US" dirty="0"/>
                        <a:t>boring</a:t>
                      </a:r>
                    </a:p>
                  </a:txBody>
                  <a:tcPr/>
                </a:tc>
                <a:tc>
                  <a:txBody>
                    <a:bodyPr/>
                    <a:lstStyle/>
                    <a:p>
                      <a:r>
                        <a:rPr lang="en-US" dirty="0"/>
                        <a:t>and</a:t>
                      </a:r>
                    </a:p>
                  </a:txBody>
                  <a:tcPr/>
                </a:tc>
                <a:tc>
                  <a:txBody>
                    <a:bodyPr/>
                    <a:lstStyle/>
                    <a:p>
                      <a:r>
                        <a:rPr lang="en-US" dirty="0"/>
                        <a:t>long</a:t>
                      </a:r>
                    </a:p>
                  </a:txBody>
                  <a:tcPr/>
                </a:tc>
                <a:tc>
                  <a:txBody>
                    <a:bodyPr/>
                    <a:lstStyle/>
                    <a:p>
                      <a:r>
                        <a:rPr lang="en-US" dirty="0"/>
                        <a:t>scary</a:t>
                      </a:r>
                    </a:p>
                  </a:txBody>
                  <a:tcPr/>
                </a:tc>
                <a:tc>
                  <a:txBody>
                    <a:bodyPr/>
                    <a:lstStyle/>
                    <a:p>
                      <a:r>
                        <a:rPr lang="en-US" dirty="0"/>
                        <a:t>slow</a:t>
                      </a:r>
                    </a:p>
                  </a:txBody>
                  <a:tcPr/>
                </a:tc>
                <a:tc>
                  <a:txBody>
                    <a:bodyPr/>
                    <a:lstStyle/>
                    <a:p>
                      <a:r>
                        <a:rPr lang="en-US" dirty="0"/>
                        <a:t>worst</a:t>
                      </a:r>
                    </a:p>
                  </a:txBody>
                  <a:tcPr/>
                </a:tc>
                <a:tc>
                  <a:txBody>
                    <a:bodyPr/>
                    <a:lstStyle/>
                    <a:p>
                      <a:r>
                        <a:rPr lang="en-US" dirty="0"/>
                        <a:t>have</a:t>
                      </a:r>
                    </a:p>
                  </a:txBody>
                  <a:tcPr/>
                </a:tc>
                <a:tc>
                  <a:txBody>
                    <a:bodyPr/>
                    <a:lstStyle/>
                    <a:p>
                      <a:r>
                        <a:rPr lang="en-US" dirty="0"/>
                        <a:t>ever</a:t>
                      </a:r>
                    </a:p>
                  </a:txBody>
                  <a:tcPr/>
                </a:tc>
                <a:tc>
                  <a:txBody>
                    <a:bodyPr/>
                    <a:lstStyle/>
                    <a:p>
                      <a:r>
                        <a:rPr lang="en-US" dirty="0"/>
                        <a:t>seen</a:t>
                      </a:r>
                    </a:p>
                  </a:txBody>
                  <a:tcPr/>
                </a:tc>
                <a:extLst>
                  <a:ext uri="{0D108BD9-81ED-4DB2-BD59-A6C34878D82A}">
                    <a16:rowId xmlns:a16="http://schemas.microsoft.com/office/drawing/2014/main" val="792015532"/>
                  </a:ext>
                </a:extLst>
              </a:tr>
              <a:tr h="448684">
                <a:tc>
                  <a:txBody>
                    <a:bodyPr/>
                    <a:lstStyle/>
                    <a:p>
                      <a:r>
                        <a:rPr lang="en-US" dirty="0"/>
                        <a:t>Review 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231545007"/>
                  </a:ext>
                </a:extLst>
              </a:tr>
              <a:tr h="44868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Review 2</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307417394"/>
                  </a:ext>
                </a:extLst>
              </a:tr>
              <a:tr h="44868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Review 3</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2225690611"/>
                  </a:ext>
                </a:extLst>
              </a:tr>
            </a:tbl>
          </a:graphicData>
        </a:graphic>
      </p:graphicFrame>
      <p:sp>
        <p:nvSpPr>
          <p:cNvPr id="3" name="TextBox 2">
            <a:extLst>
              <a:ext uri="{FF2B5EF4-FFF2-40B4-BE49-F238E27FC236}">
                <a16:creationId xmlns:a16="http://schemas.microsoft.com/office/drawing/2014/main" id="{8C4C0511-D73C-6FE6-DD6A-50EEEE8A5A15}"/>
              </a:ext>
            </a:extLst>
          </p:cNvPr>
          <p:cNvSpPr txBox="1"/>
          <p:nvPr/>
        </p:nvSpPr>
        <p:spPr>
          <a:xfrm>
            <a:off x="598714" y="2928258"/>
            <a:ext cx="7184572" cy="1161857"/>
          </a:xfrm>
          <a:prstGeom prst="rect">
            <a:avLst/>
          </a:prstGeom>
          <a:noFill/>
        </p:spPr>
        <p:txBody>
          <a:bodyPr wrap="square" rtlCol="0">
            <a:spAutoFit/>
          </a:bodyPr>
          <a:lstStyle/>
          <a:p>
            <a:pPr algn="l"/>
            <a:r>
              <a:rPr lang="en-GB" sz="1400" b="0" i="0" dirty="0">
                <a:solidFill>
                  <a:srgbClr val="222222"/>
                </a:solidFill>
                <a:effectLst/>
              </a:rPr>
              <a:t>Vector of Review 1: [1 1 1 1 1 1 0 0 0 0 0 0]</a:t>
            </a:r>
          </a:p>
          <a:p>
            <a:pPr algn="l"/>
            <a:r>
              <a:rPr lang="en-GB" sz="1400" b="0" i="0" dirty="0">
                <a:solidFill>
                  <a:srgbClr val="222222"/>
                </a:solidFill>
                <a:effectLst/>
              </a:rPr>
              <a:t>Vector of Review 2: [1 1 2 0 1 0 1 1 0 0 0 0]</a:t>
            </a:r>
          </a:p>
          <a:p>
            <a:pPr algn="l"/>
            <a:r>
              <a:rPr lang="en-GB" sz="1400" b="0" i="0" dirty="0">
                <a:solidFill>
                  <a:srgbClr val="222222"/>
                </a:solidFill>
                <a:effectLst/>
              </a:rPr>
              <a:t>Vector of Review 3: [0 1 0 0 0 0 0 0 1 1 1 1]</a:t>
            </a:r>
          </a:p>
          <a:p>
            <a:pPr algn="l"/>
            <a:r>
              <a:rPr lang="en-GB" sz="1400" b="0" i="0" dirty="0">
                <a:solidFill>
                  <a:srgbClr val="222222"/>
                </a:solidFill>
                <a:effectLst/>
              </a:rPr>
              <a:t>This’s the core idea behind a Bag of Words (</a:t>
            </a:r>
            <a:r>
              <a:rPr lang="en-GB" sz="1400" b="0" i="0" dirty="0" err="1">
                <a:solidFill>
                  <a:srgbClr val="222222"/>
                </a:solidFill>
                <a:effectLst/>
              </a:rPr>
              <a:t>BoW</a:t>
            </a:r>
            <a:r>
              <a:rPr lang="en-GB" sz="1400" b="0" i="0" dirty="0">
                <a:solidFill>
                  <a:srgbClr val="222222"/>
                </a:solidFill>
                <a:effectLst/>
              </a:rPr>
              <a:t>) model.</a:t>
            </a:r>
          </a:p>
          <a:p>
            <a:endParaRPr lang="en-US" dirty="0"/>
          </a:p>
        </p:txBody>
      </p:sp>
    </p:spTree>
    <p:extLst>
      <p:ext uri="{BB962C8B-B14F-4D97-AF65-F5344CB8AC3E}">
        <p14:creationId xmlns:p14="http://schemas.microsoft.com/office/powerpoint/2010/main" val="911940231"/>
      </p:ext>
    </p:extLst>
  </p:cSld>
  <p:clrMapOvr>
    <a:masterClrMapping/>
  </p:clrMapOvr>
  <mc:AlternateContent xmlns:mc="http://schemas.openxmlformats.org/markup-compatibility/2006" xmlns:p14="http://schemas.microsoft.com/office/powerpoint/2010/main">
    <mc:Choice Requires="p14">
      <p:transition spd="slow" p14:dur="2000" advTm="2141"/>
    </mc:Choice>
    <mc:Fallback xmlns="">
      <p:transition spd="slow" advTm="214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E0323-A278-B263-F807-82D749CD8000}"/>
              </a:ext>
            </a:extLst>
          </p:cNvPr>
          <p:cNvSpPr>
            <a:spLocks noGrp="1"/>
          </p:cNvSpPr>
          <p:nvPr>
            <p:ph type="title"/>
          </p:nvPr>
        </p:nvSpPr>
        <p:spPr>
          <a:xfrm>
            <a:off x="370800" y="86060"/>
            <a:ext cx="8402400" cy="804793"/>
          </a:xfrm>
        </p:spPr>
        <p:txBody>
          <a:bodyPr/>
          <a:lstStyle/>
          <a:p>
            <a:r>
              <a:rPr lang="en-GB" dirty="0">
                <a:solidFill>
                  <a:srgbClr val="222222"/>
                </a:solidFill>
                <a:effectLst/>
              </a:rPr>
              <a:t>Bag of n-grams</a:t>
            </a:r>
            <a:endParaRPr lang="en-US" dirty="0"/>
          </a:p>
        </p:txBody>
      </p:sp>
      <p:sp>
        <p:nvSpPr>
          <p:cNvPr id="5" name="TextBox 4">
            <a:extLst>
              <a:ext uri="{FF2B5EF4-FFF2-40B4-BE49-F238E27FC236}">
                <a16:creationId xmlns:a16="http://schemas.microsoft.com/office/drawing/2014/main" id="{F54C95C1-EEB4-F285-B945-F19AFD378207}"/>
              </a:ext>
            </a:extLst>
          </p:cNvPr>
          <p:cNvSpPr txBox="1"/>
          <p:nvPr/>
        </p:nvSpPr>
        <p:spPr>
          <a:xfrm>
            <a:off x="386279" y="890853"/>
            <a:ext cx="8572664" cy="523220"/>
          </a:xfrm>
          <a:prstGeom prst="rect">
            <a:avLst/>
          </a:prstGeom>
          <a:noFill/>
        </p:spPr>
        <p:txBody>
          <a:bodyPr wrap="square" rtlCol="0">
            <a:spAutoFit/>
          </a:bodyPr>
          <a:lstStyle/>
          <a:p>
            <a:r>
              <a:rPr lang="en-GB" sz="1400" b="0" i="0" dirty="0">
                <a:solidFill>
                  <a:srgbClr val="212121"/>
                </a:solidFill>
                <a:effectLst/>
              </a:rPr>
              <a:t>A bag-of-n-grams model records the number of times that each n-gram appears in each document of a collection. An n-gram is a collection of </a:t>
            </a:r>
            <a:r>
              <a:rPr lang="en-GB" sz="1400" b="0" i="1" dirty="0">
                <a:solidFill>
                  <a:srgbClr val="212121"/>
                </a:solidFill>
                <a:effectLst/>
              </a:rPr>
              <a:t>n</a:t>
            </a:r>
            <a:r>
              <a:rPr lang="en-GB" sz="1400" b="0" i="0" dirty="0">
                <a:solidFill>
                  <a:srgbClr val="212121"/>
                </a:solidFill>
                <a:effectLst/>
              </a:rPr>
              <a:t> successive words.</a:t>
            </a:r>
            <a:endParaRPr lang="en-US" sz="1400" dirty="0"/>
          </a:p>
        </p:txBody>
      </p:sp>
      <p:sp>
        <p:nvSpPr>
          <p:cNvPr id="8" name="TextBox 7">
            <a:extLst>
              <a:ext uri="{FF2B5EF4-FFF2-40B4-BE49-F238E27FC236}">
                <a16:creationId xmlns:a16="http://schemas.microsoft.com/office/drawing/2014/main" id="{1F5D8D7A-E428-E68F-64AB-96094B95A02B}"/>
              </a:ext>
            </a:extLst>
          </p:cNvPr>
          <p:cNvSpPr txBox="1"/>
          <p:nvPr/>
        </p:nvSpPr>
        <p:spPr>
          <a:xfrm>
            <a:off x="386279" y="1695646"/>
            <a:ext cx="3445492" cy="307777"/>
          </a:xfrm>
          <a:prstGeom prst="rect">
            <a:avLst/>
          </a:prstGeom>
          <a:noFill/>
        </p:spPr>
        <p:txBody>
          <a:bodyPr wrap="square" rtlCol="0">
            <a:spAutoFit/>
          </a:bodyPr>
          <a:lstStyle/>
          <a:p>
            <a:r>
              <a:rPr lang="en-GB" sz="1400" b="1" dirty="0">
                <a:latin typeface="+mn-lt"/>
              </a:rPr>
              <a:t>N=1: The movie is boring and long!</a:t>
            </a:r>
            <a:endParaRPr lang="en-US" sz="1400" dirty="0"/>
          </a:p>
        </p:txBody>
      </p:sp>
      <p:sp>
        <p:nvSpPr>
          <p:cNvPr id="9" name="TextBox 8">
            <a:extLst>
              <a:ext uri="{FF2B5EF4-FFF2-40B4-BE49-F238E27FC236}">
                <a16:creationId xmlns:a16="http://schemas.microsoft.com/office/drawing/2014/main" id="{53ED8E16-35F7-87CE-755C-5EE6A97B9D08}"/>
              </a:ext>
            </a:extLst>
          </p:cNvPr>
          <p:cNvSpPr txBox="1"/>
          <p:nvPr/>
        </p:nvSpPr>
        <p:spPr>
          <a:xfrm>
            <a:off x="386279" y="2938181"/>
            <a:ext cx="3445492" cy="307777"/>
          </a:xfrm>
          <a:prstGeom prst="rect">
            <a:avLst/>
          </a:prstGeom>
          <a:noFill/>
        </p:spPr>
        <p:txBody>
          <a:bodyPr wrap="square" rtlCol="0">
            <a:spAutoFit/>
          </a:bodyPr>
          <a:lstStyle/>
          <a:p>
            <a:r>
              <a:rPr lang="en-GB" sz="1400" b="1" dirty="0">
                <a:latin typeface="+mn-lt"/>
              </a:rPr>
              <a:t>N=2: The movie is boring and long!</a:t>
            </a:r>
            <a:endParaRPr lang="en-US" sz="1400" dirty="0"/>
          </a:p>
        </p:txBody>
      </p:sp>
      <p:sp>
        <p:nvSpPr>
          <p:cNvPr id="10" name="TextBox 9">
            <a:extLst>
              <a:ext uri="{FF2B5EF4-FFF2-40B4-BE49-F238E27FC236}">
                <a16:creationId xmlns:a16="http://schemas.microsoft.com/office/drawing/2014/main" id="{FA1B9BFA-E8E0-2A6E-B509-137DB597D95C}"/>
              </a:ext>
            </a:extLst>
          </p:cNvPr>
          <p:cNvSpPr txBox="1"/>
          <p:nvPr/>
        </p:nvSpPr>
        <p:spPr>
          <a:xfrm>
            <a:off x="386279" y="4026827"/>
            <a:ext cx="3445492" cy="307777"/>
          </a:xfrm>
          <a:prstGeom prst="rect">
            <a:avLst/>
          </a:prstGeom>
          <a:noFill/>
        </p:spPr>
        <p:txBody>
          <a:bodyPr wrap="square" rtlCol="0">
            <a:spAutoFit/>
          </a:bodyPr>
          <a:lstStyle/>
          <a:p>
            <a:r>
              <a:rPr lang="en-GB" sz="1400" b="1" dirty="0">
                <a:latin typeface="+mn-lt"/>
              </a:rPr>
              <a:t>N=3: The movie is boring and long!</a:t>
            </a:r>
            <a:endParaRPr lang="en-US" sz="1400" dirty="0"/>
          </a:p>
        </p:txBody>
      </p:sp>
      <p:sp>
        <p:nvSpPr>
          <p:cNvPr id="11" name="Rectangle 10">
            <a:extLst>
              <a:ext uri="{FF2B5EF4-FFF2-40B4-BE49-F238E27FC236}">
                <a16:creationId xmlns:a16="http://schemas.microsoft.com/office/drawing/2014/main" id="{E83119AC-2C9D-3C42-0FBD-E4FFFFF8DCD0}"/>
              </a:ext>
            </a:extLst>
          </p:cNvPr>
          <p:cNvSpPr/>
          <p:nvPr/>
        </p:nvSpPr>
        <p:spPr>
          <a:xfrm>
            <a:off x="914400" y="1695646"/>
            <a:ext cx="337457"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07C19813-B1E8-0447-63C3-BF7803633366}"/>
              </a:ext>
            </a:extLst>
          </p:cNvPr>
          <p:cNvSpPr/>
          <p:nvPr/>
        </p:nvSpPr>
        <p:spPr>
          <a:xfrm>
            <a:off x="1251857" y="1695646"/>
            <a:ext cx="528121"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C6E489FA-124C-A2B5-27A4-25521B53BFD2}"/>
              </a:ext>
            </a:extLst>
          </p:cNvPr>
          <p:cNvSpPr/>
          <p:nvPr/>
        </p:nvSpPr>
        <p:spPr>
          <a:xfrm>
            <a:off x="1779978" y="1695646"/>
            <a:ext cx="255651"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13BE0969-2593-EA61-741E-0522EC5B6B70}"/>
              </a:ext>
            </a:extLst>
          </p:cNvPr>
          <p:cNvSpPr/>
          <p:nvPr/>
        </p:nvSpPr>
        <p:spPr>
          <a:xfrm>
            <a:off x="2040909" y="1695646"/>
            <a:ext cx="604320"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BBA5698B-0ADE-4D2A-2EED-34C2E10838C2}"/>
              </a:ext>
            </a:extLst>
          </p:cNvPr>
          <p:cNvSpPr/>
          <p:nvPr/>
        </p:nvSpPr>
        <p:spPr>
          <a:xfrm>
            <a:off x="2645228" y="1695646"/>
            <a:ext cx="348343"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D93CBE91-EF34-A99E-9D86-9DD751A5D52B}"/>
              </a:ext>
            </a:extLst>
          </p:cNvPr>
          <p:cNvSpPr/>
          <p:nvPr/>
        </p:nvSpPr>
        <p:spPr>
          <a:xfrm>
            <a:off x="2993571" y="1695646"/>
            <a:ext cx="413658"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 name="Left Brace 18">
            <a:extLst>
              <a:ext uri="{FF2B5EF4-FFF2-40B4-BE49-F238E27FC236}">
                <a16:creationId xmlns:a16="http://schemas.microsoft.com/office/drawing/2014/main" id="{EBF4B0B6-3AC8-531E-AE64-BAFF98F1F2BF}"/>
              </a:ext>
            </a:extLst>
          </p:cNvPr>
          <p:cNvSpPr/>
          <p:nvPr/>
        </p:nvSpPr>
        <p:spPr>
          <a:xfrm>
            <a:off x="3496954" y="1356399"/>
            <a:ext cx="283028" cy="1047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a:extLst>
              <a:ext uri="{FF2B5EF4-FFF2-40B4-BE49-F238E27FC236}">
                <a16:creationId xmlns:a16="http://schemas.microsoft.com/office/drawing/2014/main" id="{C1926828-D77D-FD69-EB7C-8C11A3A86A83}"/>
              </a:ext>
            </a:extLst>
          </p:cNvPr>
          <p:cNvSpPr txBox="1"/>
          <p:nvPr/>
        </p:nvSpPr>
        <p:spPr>
          <a:xfrm>
            <a:off x="3845296" y="1267523"/>
            <a:ext cx="713657" cy="1546577"/>
          </a:xfrm>
          <a:prstGeom prst="rect">
            <a:avLst/>
          </a:prstGeom>
          <a:noFill/>
        </p:spPr>
        <p:txBody>
          <a:bodyPr wrap="none" rtlCol="0">
            <a:spAutoFit/>
          </a:bodyPr>
          <a:lstStyle/>
          <a:p>
            <a:r>
              <a:rPr lang="en-US" dirty="0"/>
              <a:t>The,</a:t>
            </a:r>
          </a:p>
          <a:p>
            <a:r>
              <a:rPr lang="en-US" dirty="0"/>
              <a:t>movie,</a:t>
            </a:r>
          </a:p>
          <a:p>
            <a:r>
              <a:rPr lang="en-US" dirty="0"/>
              <a:t>is,</a:t>
            </a:r>
          </a:p>
          <a:p>
            <a:r>
              <a:rPr lang="en-US" dirty="0"/>
              <a:t>boring,</a:t>
            </a:r>
          </a:p>
          <a:p>
            <a:r>
              <a:rPr lang="en-US" dirty="0"/>
              <a:t>and,</a:t>
            </a:r>
          </a:p>
          <a:p>
            <a:r>
              <a:rPr lang="en-US" dirty="0"/>
              <a:t>long</a:t>
            </a:r>
          </a:p>
          <a:p>
            <a:endParaRPr lang="en-US" dirty="0"/>
          </a:p>
        </p:txBody>
      </p:sp>
      <p:sp>
        <p:nvSpPr>
          <p:cNvPr id="21" name="Rectangle 20">
            <a:extLst>
              <a:ext uri="{FF2B5EF4-FFF2-40B4-BE49-F238E27FC236}">
                <a16:creationId xmlns:a16="http://schemas.microsoft.com/office/drawing/2014/main" id="{D940C1F7-1CDC-6104-1D3A-BC3B019083B3}"/>
              </a:ext>
            </a:extLst>
          </p:cNvPr>
          <p:cNvSpPr/>
          <p:nvPr/>
        </p:nvSpPr>
        <p:spPr>
          <a:xfrm>
            <a:off x="914399" y="2938180"/>
            <a:ext cx="865579"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ABBD2582-3A79-2DA3-2D6B-0196C353CE91}"/>
              </a:ext>
            </a:extLst>
          </p:cNvPr>
          <p:cNvSpPr/>
          <p:nvPr/>
        </p:nvSpPr>
        <p:spPr>
          <a:xfrm>
            <a:off x="1243446" y="2938180"/>
            <a:ext cx="792183"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B331685B-103C-FA07-467C-798B3B3B4883}"/>
              </a:ext>
            </a:extLst>
          </p:cNvPr>
          <p:cNvSpPr/>
          <p:nvPr/>
        </p:nvSpPr>
        <p:spPr>
          <a:xfrm>
            <a:off x="1779978" y="2938179"/>
            <a:ext cx="792183"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392C57F2-8E59-A612-1229-1D02F9CC7083}"/>
              </a:ext>
            </a:extLst>
          </p:cNvPr>
          <p:cNvSpPr/>
          <p:nvPr/>
        </p:nvSpPr>
        <p:spPr>
          <a:xfrm>
            <a:off x="2035629" y="2938703"/>
            <a:ext cx="957942"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168362D8-4F0C-10D3-5BB1-CA6513658861}"/>
              </a:ext>
            </a:extLst>
          </p:cNvPr>
          <p:cNvSpPr/>
          <p:nvPr/>
        </p:nvSpPr>
        <p:spPr>
          <a:xfrm>
            <a:off x="2572161" y="2938179"/>
            <a:ext cx="792183"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Left Brace 25">
            <a:extLst>
              <a:ext uri="{FF2B5EF4-FFF2-40B4-BE49-F238E27FC236}">
                <a16:creationId xmlns:a16="http://schemas.microsoft.com/office/drawing/2014/main" id="{F1F13A6B-5F36-421B-A650-869AA651DFFE}"/>
              </a:ext>
            </a:extLst>
          </p:cNvPr>
          <p:cNvSpPr/>
          <p:nvPr/>
        </p:nvSpPr>
        <p:spPr>
          <a:xfrm>
            <a:off x="3470068" y="2616203"/>
            <a:ext cx="283028" cy="1047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89532D4B-AB6C-91AA-BFB3-752BA98241A6}"/>
              </a:ext>
            </a:extLst>
          </p:cNvPr>
          <p:cNvSpPr txBox="1"/>
          <p:nvPr/>
        </p:nvSpPr>
        <p:spPr>
          <a:xfrm>
            <a:off x="3753096" y="2562676"/>
            <a:ext cx="1069524" cy="1546577"/>
          </a:xfrm>
          <a:prstGeom prst="rect">
            <a:avLst/>
          </a:prstGeom>
          <a:noFill/>
        </p:spPr>
        <p:txBody>
          <a:bodyPr wrap="none" rtlCol="0">
            <a:spAutoFit/>
          </a:bodyPr>
          <a:lstStyle/>
          <a:p>
            <a:r>
              <a:rPr lang="en-US" dirty="0"/>
              <a:t>The movie,</a:t>
            </a:r>
          </a:p>
          <a:p>
            <a:r>
              <a:rPr lang="en-US" dirty="0"/>
              <a:t>movie is,</a:t>
            </a:r>
          </a:p>
          <a:p>
            <a:r>
              <a:rPr lang="en-US" dirty="0"/>
              <a:t>is boring,</a:t>
            </a:r>
          </a:p>
          <a:p>
            <a:r>
              <a:rPr lang="en-US" dirty="0"/>
              <a:t>boring and,</a:t>
            </a:r>
          </a:p>
          <a:p>
            <a:r>
              <a:rPr lang="en-US" dirty="0"/>
              <a:t>and long,</a:t>
            </a:r>
          </a:p>
          <a:p>
            <a:endParaRPr lang="en-US" dirty="0"/>
          </a:p>
          <a:p>
            <a:endParaRPr lang="en-US" dirty="0"/>
          </a:p>
        </p:txBody>
      </p:sp>
      <p:sp>
        <p:nvSpPr>
          <p:cNvPr id="29" name="Rectangle 28">
            <a:extLst>
              <a:ext uri="{FF2B5EF4-FFF2-40B4-BE49-F238E27FC236}">
                <a16:creationId xmlns:a16="http://schemas.microsoft.com/office/drawing/2014/main" id="{E58D3350-D2C6-8D92-BE20-2A4146C256F6}"/>
              </a:ext>
            </a:extLst>
          </p:cNvPr>
          <p:cNvSpPr/>
          <p:nvPr/>
        </p:nvSpPr>
        <p:spPr>
          <a:xfrm>
            <a:off x="914398" y="4026303"/>
            <a:ext cx="1069524"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29DC8186-75BB-AA13-D93A-DEC529EB772D}"/>
              </a:ext>
            </a:extLst>
          </p:cNvPr>
          <p:cNvSpPr/>
          <p:nvPr/>
        </p:nvSpPr>
        <p:spPr>
          <a:xfrm>
            <a:off x="1264223" y="4026303"/>
            <a:ext cx="1307938"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EFB47D30-F658-05C2-2219-E7D7BAC38B4F}"/>
              </a:ext>
            </a:extLst>
          </p:cNvPr>
          <p:cNvSpPr/>
          <p:nvPr/>
        </p:nvSpPr>
        <p:spPr>
          <a:xfrm>
            <a:off x="1852461" y="4026303"/>
            <a:ext cx="1141109"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2" name="Rectangle 31">
            <a:extLst>
              <a:ext uri="{FF2B5EF4-FFF2-40B4-BE49-F238E27FC236}">
                <a16:creationId xmlns:a16="http://schemas.microsoft.com/office/drawing/2014/main" id="{7AB643E3-9A09-BEF0-393C-A69519FE8539}"/>
              </a:ext>
            </a:extLst>
          </p:cNvPr>
          <p:cNvSpPr/>
          <p:nvPr/>
        </p:nvSpPr>
        <p:spPr>
          <a:xfrm>
            <a:off x="1981196" y="4026303"/>
            <a:ext cx="1383147" cy="307777"/>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3" name="Left Brace 32">
            <a:extLst>
              <a:ext uri="{FF2B5EF4-FFF2-40B4-BE49-F238E27FC236}">
                <a16:creationId xmlns:a16="http://schemas.microsoft.com/office/drawing/2014/main" id="{36177C7A-8DA0-E741-66B6-B925A513B3E3}"/>
              </a:ext>
            </a:extLst>
          </p:cNvPr>
          <p:cNvSpPr/>
          <p:nvPr/>
        </p:nvSpPr>
        <p:spPr>
          <a:xfrm>
            <a:off x="3470068" y="3717480"/>
            <a:ext cx="283028" cy="10477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a:extLst>
              <a:ext uri="{FF2B5EF4-FFF2-40B4-BE49-F238E27FC236}">
                <a16:creationId xmlns:a16="http://schemas.microsoft.com/office/drawing/2014/main" id="{05EE0C0A-3887-4977-7C08-A6DC017F80F7}"/>
              </a:ext>
            </a:extLst>
          </p:cNvPr>
          <p:cNvSpPr txBox="1"/>
          <p:nvPr/>
        </p:nvSpPr>
        <p:spPr>
          <a:xfrm>
            <a:off x="5008834" y="1774770"/>
            <a:ext cx="896399" cy="300082"/>
          </a:xfrm>
          <a:prstGeom prst="rect">
            <a:avLst/>
          </a:prstGeom>
          <a:noFill/>
        </p:spPr>
        <p:txBody>
          <a:bodyPr wrap="none" rtlCol="0">
            <a:spAutoFit/>
          </a:bodyPr>
          <a:lstStyle/>
          <a:p>
            <a:r>
              <a:rPr lang="en-US" dirty="0"/>
              <a:t>unigrams</a:t>
            </a:r>
          </a:p>
        </p:txBody>
      </p:sp>
      <p:sp>
        <p:nvSpPr>
          <p:cNvPr id="35" name="TextBox 34">
            <a:extLst>
              <a:ext uri="{FF2B5EF4-FFF2-40B4-BE49-F238E27FC236}">
                <a16:creationId xmlns:a16="http://schemas.microsoft.com/office/drawing/2014/main" id="{EC9D3B7A-B094-B355-BBED-983A9831277F}"/>
              </a:ext>
            </a:extLst>
          </p:cNvPr>
          <p:cNvSpPr txBox="1"/>
          <p:nvPr/>
        </p:nvSpPr>
        <p:spPr>
          <a:xfrm>
            <a:off x="5076202" y="2918608"/>
            <a:ext cx="800219" cy="300082"/>
          </a:xfrm>
          <a:prstGeom prst="rect">
            <a:avLst/>
          </a:prstGeom>
          <a:noFill/>
        </p:spPr>
        <p:txBody>
          <a:bodyPr wrap="none" rtlCol="0">
            <a:spAutoFit/>
          </a:bodyPr>
          <a:lstStyle/>
          <a:p>
            <a:r>
              <a:rPr lang="en-US" dirty="0"/>
              <a:t>bigrams</a:t>
            </a:r>
          </a:p>
        </p:txBody>
      </p:sp>
      <p:sp>
        <p:nvSpPr>
          <p:cNvPr id="36" name="TextBox 35">
            <a:extLst>
              <a:ext uri="{FF2B5EF4-FFF2-40B4-BE49-F238E27FC236}">
                <a16:creationId xmlns:a16="http://schemas.microsoft.com/office/drawing/2014/main" id="{0F123846-4DC3-9575-AD59-827A1CCECC30}"/>
              </a:ext>
            </a:extLst>
          </p:cNvPr>
          <p:cNvSpPr txBox="1"/>
          <p:nvPr/>
        </p:nvSpPr>
        <p:spPr>
          <a:xfrm>
            <a:off x="3758374" y="3826532"/>
            <a:ext cx="1396536" cy="1338828"/>
          </a:xfrm>
          <a:prstGeom prst="rect">
            <a:avLst/>
          </a:prstGeom>
          <a:noFill/>
        </p:spPr>
        <p:txBody>
          <a:bodyPr wrap="none" rtlCol="0">
            <a:spAutoFit/>
          </a:bodyPr>
          <a:lstStyle/>
          <a:p>
            <a:r>
              <a:rPr lang="en-US" dirty="0"/>
              <a:t>The movie is,</a:t>
            </a:r>
          </a:p>
          <a:p>
            <a:r>
              <a:rPr lang="en-US" dirty="0"/>
              <a:t>movie is boring,</a:t>
            </a:r>
          </a:p>
          <a:p>
            <a:r>
              <a:rPr lang="en-US" dirty="0"/>
              <a:t>is boring and,</a:t>
            </a:r>
          </a:p>
          <a:p>
            <a:r>
              <a:rPr lang="en-US" dirty="0"/>
              <a:t>boring and long</a:t>
            </a:r>
          </a:p>
          <a:p>
            <a:endParaRPr lang="en-US" dirty="0"/>
          </a:p>
          <a:p>
            <a:endParaRPr lang="en-US" dirty="0"/>
          </a:p>
        </p:txBody>
      </p:sp>
      <p:sp>
        <p:nvSpPr>
          <p:cNvPr id="37" name="TextBox 36">
            <a:extLst>
              <a:ext uri="{FF2B5EF4-FFF2-40B4-BE49-F238E27FC236}">
                <a16:creationId xmlns:a16="http://schemas.microsoft.com/office/drawing/2014/main" id="{8F4B849E-5243-A3E2-7909-F26E3C664225}"/>
              </a:ext>
            </a:extLst>
          </p:cNvPr>
          <p:cNvSpPr txBox="1"/>
          <p:nvPr/>
        </p:nvSpPr>
        <p:spPr>
          <a:xfrm>
            <a:off x="5337824" y="4033998"/>
            <a:ext cx="809837" cy="300082"/>
          </a:xfrm>
          <a:prstGeom prst="rect">
            <a:avLst/>
          </a:prstGeom>
          <a:noFill/>
        </p:spPr>
        <p:txBody>
          <a:bodyPr wrap="none" rtlCol="0">
            <a:spAutoFit/>
          </a:bodyPr>
          <a:lstStyle/>
          <a:p>
            <a:r>
              <a:rPr lang="en-US" dirty="0"/>
              <a:t>trigrams</a:t>
            </a:r>
          </a:p>
        </p:txBody>
      </p:sp>
    </p:spTree>
    <p:custDataLst>
      <p:tags r:id="rId1"/>
    </p:custDataLst>
    <p:extLst>
      <p:ext uri="{BB962C8B-B14F-4D97-AF65-F5344CB8AC3E}">
        <p14:creationId xmlns:p14="http://schemas.microsoft.com/office/powerpoint/2010/main" val="2808764374"/>
      </p:ext>
    </p:extLst>
  </p:cSld>
  <p:clrMapOvr>
    <a:masterClrMapping/>
  </p:clrMapOvr>
  <mc:AlternateContent xmlns:mc="http://schemas.openxmlformats.org/markup-compatibility/2006" xmlns:p14="http://schemas.microsoft.com/office/powerpoint/2010/main">
    <mc:Choice Requires="p14">
      <p:transition spd="slow" p14:dur="2000" advTm="13216"/>
    </mc:Choice>
    <mc:Fallback xmlns="">
      <p:transition spd="slow" advTm="1321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3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9" grpId="0" animBg="1"/>
      <p:bldP spid="20" grpId="0"/>
      <p:bldP spid="21" grpId="0" animBg="1"/>
      <p:bldP spid="22" grpId="0" animBg="1"/>
      <p:bldP spid="23" grpId="0" animBg="1"/>
      <p:bldP spid="24" grpId="0" animBg="1"/>
      <p:bldP spid="25" grpId="0" animBg="1"/>
      <p:bldP spid="26" grpId="0" animBg="1"/>
      <p:bldP spid="28" grpId="0"/>
      <p:bldP spid="29" grpId="0" animBg="1"/>
      <p:bldP spid="30" grpId="0" animBg="1"/>
      <p:bldP spid="31" grpId="0" animBg="1"/>
      <p:bldP spid="32" grpId="0" animBg="1"/>
      <p:bldP spid="33" grpId="0" animBg="1"/>
      <p:bldP spid="34" grpId="0"/>
      <p:bldP spid="35" grpId="0"/>
      <p:bldP spid="36" grpId="0"/>
      <p:bldP spid="3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725-05D2-709F-77C3-FF42850B5654}"/>
              </a:ext>
            </a:extLst>
          </p:cNvPr>
          <p:cNvSpPr>
            <a:spLocks noGrp="1"/>
          </p:cNvSpPr>
          <p:nvPr>
            <p:ph type="title"/>
          </p:nvPr>
        </p:nvSpPr>
        <p:spPr>
          <a:xfrm>
            <a:off x="370800" y="0"/>
            <a:ext cx="8402400" cy="994172"/>
          </a:xfrm>
        </p:spPr>
        <p:txBody>
          <a:bodyPr/>
          <a:lstStyle/>
          <a:p>
            <a:r>
              <a:rPr lang="en-GB" dirty="0" err="1">
                <a:solidFill>
                  <a:srgbClr val="222222"/>
                </a:solidFill>
                <a:effectLst/>
              </a:rPr>
              <a:t>BoW</a:t>
            </a:r>
            <a:r>
              <a:rPr lang="en-GB" dirty="0">
                <a:solidFill>
                  <a:srgbClr val="222222"/>
                </a:solidFill>
                <a:effectLst/>
              </a:rPr>
              <a:t> with Python </a:t>
            </a:r>
            <a:endParaRPr lang="en-US" dirty="0"/>
          </a:p>
        </p:txBody>
      </p:sp>
      <p:sp>
        <p:nvSpPr>
          <p:cNvPr id="3" name="Content Placeholder 2">
            <a:extLst>
              <a:ext uri="{FF2B5EF4-FFF2-40B4-BE49-F238E27FC236}">
                <a16:creationId xmlns:a16="http://schemas.microsoft.com/office/drawing/2014/main" id="{1C26A25A-72BB-0DDA-54BD-E72CB4A6DA96}"/>
              </a:ext>
            </a:extLst>
          </p:cNvPr>
          <p:cNvSpPr>
            <a:spLocks noGrp="1"/>
          </p:cNvSpPr>
          <p:nvPr>
            <p:ph sz="half" idx="1"/>
          </p:nvPr>
        </p:nvSpPr>
        <p:spPr>
          <a:xfrm>
            <a:off x="370800" y="994172"/>
            <a:ext cx="4144050" cy="2888456"/>
          </a:xfrm>
        </p:spPr>
        <p:txBody>
          <a:bodyPr/>
          <a:lstStyle/>
          <a:p>
            <a:r>
              <a:rPr lang="en-US" dirty="0"/>
              <a:t>One of the most convenient way to realize </a:t>
            </a:r>
            <a:r>
              <a:rPr lang="en-US" dirty="0" err="1"/>
              <a:t>BoW</a:t>
            </a:r>
            <a:r>
              <a:rPr lang="en-US" dirty="0"/>
              <a:t> model is using the </a:t>
            </a:r>
            <a:r>
              <a:rPr lang="en-GB" dirty="0" err="1">
                <a:effectLst/>
              </a:rPr>
              <a:t>CountVectorizer</a:t>
            </a:r>
            <a:r>
              <a:rPr lang="en-GB" dirty="0">
                <a:effectLst/>
              </a:rPr>
              <a:t>() function</a:t>
            </a:r>
          </a:p>
          <a:p>
            <a:endParaRPr lang="en-US" dirty="0"/>
          </a:p>
        </p:txBody>
      </p:sp>
      <p:pic>
        <p:nvPicPr>
          <p:cNvPr id="5" name="Picture 4" descr="Text&#10;&#10;Description automatically generated with low confidence">
            <a:extLst>
              <a:ext uri="{FF2B5EF4-FFF2-40B4-BE49-F238E27FC236}">
                <a16:creationId xmlns:a16="http://schemas.microsoft.com/office/drawing/2014/main" id="{E70BABBC-3039-7E75-C472-D40461D009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4850" y="994172"/>
            <a:ext cx="2197922" cy="950963"/>
          </a:xfrm>
          <a:prstGeom prst="rect">
            <a:avLst/>
          </a:prstGeom>
        </p:spPr>
      </p:pic>
      <p:pic>
        <p:nvPicPr>
          <p:cNvPr id="9" name="Picture 8" descr="Graphical user interface, text, application&#10;&#10;Description automatically generated">
            <a:extLst>
              <a:ext uri="{FF2B5EF4-FFF2-40B4-BE49-F238E27FC236}">
                <a16:creationId xmlns:a16="http://schemas.microsoft.com/office/drawing/2014/main" id="{DBD1A7D0-84DA-F21E-D906-C22567358B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4850" y="1859980"/>
            <a:ext cx="2873502" cy="2158653"/>
          </a:xfrm>
          <a:prstGeom prst="rect">
            <a:avLst/>
          </a:prstGeom>
        </p:spPr>
      </p:pic>
    </p:spTree>
    <p:extLst>
      <p:ext uri="{BB962C8B-B14F-4D97-AF65-F5344CB8AC3E}">
        <p14:creationId xmlns:p14="http://schemas.microsoft.com/office/powerpoint/2010/main" val="2577794377"/>
      </p:ext>
    </p:extLst>
  </p:cSld>
  <p:clrMapOvr>
    <a:masterClrMapping/>
  </p:clrMapOvr>
  <mc:AlternateContent xmlns:mc="http://schemas.openxmlformats.org/markup-compatibility/2006" xmlns:p14="http://schemas.microsoft.com/office/powerpoint/2010/main">
    <mc:Choice Requires="p14">
      <p:transition spd="slow" p14:dur="2000" advTm="9260"/>
    </mc:Choice>
    <mc:Fallback xmlns="">
      <p:transition spd="slow" advTm="926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725-05D2-709F-77C3-FF42850B5654}"/>
              </a:ext>
            </a:extLst>
          </p:cNvPr>
          <p:cNvSpPr>
            <a:spLocks noGrp="1"/>
          </p:cNvSpPr>
          <p:nvPr>
            <p:ph type="title"/>
          </p:nvPr>
        </p:nvSpPr>
        <p:spPr>
          <a:xfrm>
            <a:off x="370800" y="0"/>
            <a:ext cx="8402400" cy="994172"/>
          </a:xfrm>
        </p:spPr>
        <p:txBody>
          <a:bodyPr/>
          <a:lstStyle/>
          <a:p>
            <a:r>
              <a:rPr lang="en-GB" dirty="0">
                <a:solidFill>
                  <a:srgbClr val="222222"/>
                </a:solidFill>
                <a:effectLst/>
              </a:rPr>
              <a:t>Bag of n-grams with Python </a:t>
            </a:r>
            <a:endParaRPr lang="en-US" dirty="0"/>
          </a:p>
        </p:txBody>
      </p:sp>
      <p:sp>
        <p:nvSpPr>
          <p:cNvPr id="3" name="Content Placeholder 2">
            <a:extLst>
              <a:ext uri="{FF2B5EF4-FFF2-40B4-BE49-F238E27FC236}">
                <a16:creationId xmlns:a16="http://schemas.microsoft.com/office/drawing/2014/main" id="{1C26A25A-72BB-0DDA-54BD-E72CB4A6DA96}"/>
              </a:ext>
            </a:extLst>
          </p:cNvPr>
          <p:cNvSpPr>
            <a:spLocks noGrp="1"/>
          </p:cNvSpPr>
          <p:nvPr>
            <p:ph sz="half" idx="1"/>
          </p:nvPr>
        </p:nvSpPr>
        <p:spPr>
          <a:xfrm>
            <a:off x="370797" y="977125"/>
            <a:ext cx="8246075" cy="662506"/>
          </a:xfrm>
        </p:spPr>
        <p:txBody>
          <a:bodyPr>
            <a:normAutofit fontScale="55000" lnSpcReduction="20000"/>
          </a:bodyPr>
          <a:lstStyle/>
          <a:p>
            <a:pPr>
              <a:lnSpc>
                <a:spcPct val="120000"/>
              </a:lnSpc>
            </a:pPr>
            <a:r>
              <a:rPr lang="en-US" dirty="0">
                <a:latin typeface="+mn-lt"/>
              </a:rPr>
              <a:t>By changing the </a:t>
            </a:r>
            <a:r>
              <a:rPr lang="en-US" dirty="0" err="1">
                <a:latin typeface="+mn-lt"/>
              </a:rPr>
              <a:t>ngram_range</a:t>
            </a:r>
            <a:r>
              <a:rPr lang="en-US" dirty="0">
                <a:latin typeface="+mn-lt"/>
              </a:rPr>
              <a:t> parameter, </a:t>
            </a:r>
            <a:r>
              <a:rPr lang="en-GB" dirty="0" err="1">
                <a:effectLst/>
                <a:latin typeface="+mn-lt"/>
              </a:rPr>
              <a:t>CountVectorizer</a:t>
            </a:r>
            <a:r>
              <a:rPr lang="en-GB" dirty="0">
                <a:effectLst/>
                <a:latin typeface="+mn-lt"/>
              </a:rPr>
              <a:t>() </a:t>
            </a:r>
            <a:r>
              <a:rPr lang="en-GB" dirty="0">
                <a:latin typeface="+mn-lt"/>
              </a:rPr>
              <a:t>is able to perform Bag of n-grams. </a:t>
            </a:r>
            <a:r>
              <a:rPr lang="en-GB" dirty="0">
                <a:solidFill>
                  <a:srgbClr val="212529"/>
                </a:solidFill>
                <a:latin typeface="+mn-lt"/>
              </a:rPr>
              <a:t>A</a:t>
            </a:r>
            <a:r>
              <a:rPr lang="en-GB" b="0" i="0" dirty="0">
                <a:solidFill>
                  <a:srgbClr val="212529"/>
                </a:solidFill>
                <a:effectLst/>
                <a:latin typeface="+mn-lt"/>
              </a:rPr>
              <a:t>n </a:t>
            </a:r>
            <a:r>
              <a:rPr lang="en-GB" dirty="0" err="1">
                <a:effectLst/>
                <a:latin typeface="+mn-lt"/>
              </a:rPr>
              <a:t>ngram_range</a:t>
            </a:r>
            <a:r>
              <a:rPr lang="en-GB" b="0" i="0" dirty="0">
                <a:solidFill>
                  <a:srgbClr val="212529"/>
                </a:solidFill>
                <a:effectLst/>
                <a:latin typeface="+mn-lt"/>
              </a:rPr>
              <a:t> of </a:t>
            </a:r>
            <a:r>
              <a:rPr lang="en-GB" dirty="0">
                <a:effectLst/>
                <a:latin typeface="+mn-lt"/>
              </a:rPr>
              <a:t>(1,</a:t>
            </a:r>
            <a:r>
              <a:rPr lang="en-GB" dirty="0">
                <a:latin typeface="+mn-lt"/>
              </a:rPr>
              <a:t> </a:t>
            </a:r>
            <a:r>
              <a:rPr lang="en-GB" dirty="0">
                <a:effectLst/>
                <a:latin typeface="+mn-lt"/>
              </a:rPr>
              <a:t>1)</a:t>
            </a:r>
            <a:r>
              <a:rPr lang="en-GB" b="0" i="0" dirty="0">
                <a:solidFill>
                  <a:srgbClr val="212529"/>
                </a:solidFill>
                <a:effectLst/>
                <a:latin typeface="+mn-lt"/>
              </a:rPr>
              <a:t> means only unigrams, </a:t>
            </a:r>
            <a:r>
              <a:rPr lang="en-GB" dirty="0">
                <a:effectLst/>
                <a:latin typeface="+mn-lt"/>
              </a:rPr>
              <a:t>(1,</a:t>
            </a:r>
            <a:r>
              <a:rPr lang="en-GB" dirty="0">
                <a:latin typeface="+mn-lt"/>
              </a:rPr>
              <a:t> </a:t>
            </a:r>
            <a:r>
              <a:rPr lang="en-GB" dirty="0">
                <a:effectLst/>
                <a:latin typeface="+mn-lt"/>
              </a:rPr>
              <a:t>2)</a:t>
            </a:r>
            <a:r>
              <a:rPr lang="en-GB" b="0" i="0" dirty="0">
                <a:solidFill>
                  <a:srgbClr val="212529"/>
                </a:solidFill>
                <a:effectLst/>
                <a:latin typeface="+mn-lt"/>
              </a:rPr>
              <a:t> means unigrams and bigrams, and </a:t>
            </a:r>
            <a:r>
              <a:rPr lang="en-GB" dirty="0">
                <a:effectLst/>
                <a:latin typeface="+mn-lt"/>
              </a:rPr>
              <a:t>(2,</a:t>
            </a:r>
            <a:r>
              <a:rPr lang="en-GB" dirty="0">
                <a:latin typeface="+mn-lt"/>
              </a:rPr>
              <a:t> </a:t>
            </a:r>
            <a:r>
              <a:rPr lang="en-GB" dirty="0">
                <a:effectLst/>
                <a:latin typeface="+mn-lt"/>
              </a:rPr>
              <a:t>2)</a:t>
            </a:r>
            <a:r>
              <a:rPr lang="en-GB" b="0" i="0" dirty="0">
                <a:solidFill>
                  <a:srgbClr val="212529"/>
                </a:solidFill>
                <a:effectLst/>
                <a:latin typeface="+mn-lt"/>
              </a:rPr>
              <a:t> means only bigrams.</a:t>
            </a:r>
            <a:r>
              <a:rPr lang="en-GB" dirty="0">
                <a:latin typeface="+mn-lt"/>
              </a:rPr>
              <a:t> </a:t>
            </a:r>
            <a:endParaRPr lang="en-GB" dirty="0">
              <a:effectLst/>
              <a:latin typeface="+mn-lt"/>
            </a:endParaRPr>
          </a:p>
          <a:p>
            <a:endParaRPr lang="en-US" dirty="0"/>
          </a:p>
        </p:txBody>
      </p:sp>
      <p:pic>
        <p:nvPicPr>
          <p:cNvPr id="6" name="Picture 5" descr="Text, application&#10;&#10;Description automatically generated with medium confidence">
            <a:extLst>
              <a:ext uri="{FF2B5EF4-FFF2-40B4-BE49-F238E27FC236}">
                <a16:creationId xmlns:a16="http://schemas.microsoft.com/office/drawing/2014/main" id="{810921B8-D8A7-3D95-E2B9-87A4C796F9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2807" y="1781715"/>
            <a:ext cx="5522053" cy="2506532"/>
          </a:xfrm>
          <a:prstGeom prst="rect">
            <a:avLst/>
          </a:prstGeom>
        </p:spPr>
      </p:pic>
    </p:spTree>
    <p:extLst>
      <p:ext uri="{BB962C8B-B14F-4D97-AF65-F5344CB8AC3E}">
        <p14:creationId xmlns:p14="http://schemas.microsoft.com/office/powerpoint/2010/main" val="280085195"/>
      </p:ext>
    </p:extLst>
  </p:cSld>
  <p:clrMapOvr>
    <a:masterClrMapping/>
  </p:clrMapOvr>
  <mc:AlternateContent xmlns:mc="http://schemas.openxmlformats.org/markup-compatibility/2006" xmlns:p14="http://schemas.microsoft.com/office/powerpoint/2010/main">
    <mc:Choice Requires="p14">
      <p:transition spd="slow" p14:dur="2000" advTm="5487"/>
    </mc:Choice>
    <mc:Fallback xmlns="">
      <p:transition spd="slow" advTm="5487"/>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922A1-C86B-867E-4769-C29C8F71B107}"/>
              </a:ext>
            </a:extLst>
          </p:cNvPr>
          <p:cNvSpPr>
            <a:spLocks noGrp="1"/>
          </p:cNvSpPr>
          <p:nvPr>
            <p:ph type="title"/>
          </p:nvPr>
        </p:nvSpPr>
        <p:spPr>
          <a:xfrm>
            <a:off x="370800" y="0"/>
            <a:ext cx="8402400" cy="994172"/>
          </a:xfrm>
        </p:spPr>
        <p:txBody>
          <a:bodyPr/>
          <a:lstStyle/>
          <a:p>
            <a:r>
              <a:rPr lang="en-US" dirty="0"/>
              <a:t>TF-IDF intuition</a:t>
            </a:r>
          </a:p>
        </p:txBody>
      </p:sp>
      <p:sp>
        <p:nvSpPr>
          <p:cNvPr id="3" name="Content Placeholder 2">
            <a:extLst>
              <a:ext uri="{FF2B5EF4-FFF2-40B4-BE49-F238E27FC236}">
                <a16:creationId xmlns:a16="http://schemas.microsoft.com/office/drawing/2014/main" id="{BCF3887B-726A-578A-3426-BCBE00410BE0}"/>
              </a:ext>
            </a:extLst>
          </p:cNvPr>
          <p:cNvSpPr>
            <a:spLocks noGrp="1"/>
          </p:cNvSpPr>
          <p:nvPr>
            <p:ph sz="half" idx="1"/>
          </p:nvPr>
        </p:nvSpPr>
        <p:spPr>
          <a:xfrm>
            <a:off x="370800" y="817581"/>
            <a:ext cx="8525774" cy="1075765"/>
          </a:xfrm>
        </p:spPr>
        <p:txBody>
          <a:bodyPr/>
          <a:lstStyle/>
          <a:p>
            <a:r>
              <a:rPr lang="en-GB" sz="1800" b="0" i="0" dirty="0" err="1">
                <a:solidFill>
                  <a:srgbClr val="202122"/>
                </a:solidFill>
                <a:effectLst/>
                <a:latin typeface="Arial" panose="020B0604020202020204" pitchFamily="34" charset="0"/>
              </a:rPr>
              <a:t>BoW</a:t>
            </a:r>
            <a:r>
              <a:rPr lang="en-GB" sz="1800" b="0" i="0" dirty="0">
                <a:solidFill>
                  <a:srgbClr val="202122"/>
                </a:solidFill>
                <a:effectLst/>
                <a:latin typeface="Arial" panose="020B0604020202020204" pitchFamily="34" charset="0"/>
              </a:rPr>
              <a:t> gives equal weight to every word, what if we want to measure how important a word is to a document? </a:t>
            </a:r>
          </a:p>
          <a:p>
            <a:r>
              <a:rPr lang="en-GB" sz="1800" b="0" i="0" dirty="0">
                <a:solidFill>
                  <a:srgbClr val="202122"/>
                </a:solidFill>
                <a:effectLst/>
                <a:latin typeface="Arial" panose="020B0604020202020204" pitchFamily="34" charset="0"/>
              </a:rPr>
              <a:t>TF-IDF reflects how important a word is to a document in a collection (</a:t>
            </a:r>
            <a:r>
              <a:rPr lang="en-GB" sz="1800" b="0" i="0" dirty="0">
                <a:solidFill>
                  <a:schemeClr val="tx2"/>
                </a:solidFill>
                <a:effectLst/>
                <a:latin typeface="Arial" panose="020B0604020202020204" pitchFamily="34" charset="0"/>
              </a:rPr>
              <a:t>corpus</a:t>
            </a:r>
            <a:r>
              <a:rPr lang="en-GB" sz="1800" b="0" i="0" dirty="0">
                <a:solidFill>
                  <a:srgbClr val="202122"/>
                </a:solidFill>
                <a:effectLst/>
                <a:latin typeface="Arial" panose="020B0604020202020204" pitchFamily="34" charset="0"/>
              </a:rPr>
              <a:t>)</a:t>
            </a:r>
            <a:endParaRPr lang="en-US" sz="1800" dirty="0"/>
          </a:p>
        </p:txBody>
      </p:sp>
      <p:pic>
        <p:nvPicPr>
          <p:cNvPr id="6" name="Graphic 5" descr="Document with solid fill">
            <a:extLst>
              <a:ext uri="{FF2B5EF4-FFF2-40B4-BE49-F238E27FC236}">
                <a16:creationId xmlns:a16="http://schemas.microsoft.com/office/drawing/2014/main" id="{4EC07B22-443E-F6AB-372D-4A97D9D179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32114" y="2114550"/>
            <a:ext cx="914400" cy="914400"/>
          </a:xfrm>
          <a:prstGeom prst="rect">
            <a:avLst/>
          </a:prstGeom>
        </p:spPr>
      </p:pic>
      <p:pic>
        <p:nvPicPr>
          <p:cNvPr id="9" name="Graphic 8" descr="Document with solid fill">
            <a:extLst>
              <a:ext uri="{FF2B5EF4-FFF2-40B4-BE49-F238E27FC236}">
                <a16:creationId xmlns:a16="http://schemas.microsoft.com/office/drawing/2014/main" id="{407CEC4C-50F1-C591-3EBC-C87D74E075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83971" y="2114550"/>
            <a:ext cx="914400" cy="914400"/>
          </a:xfrm>
          <a:prstGeom prst="rect">
            <a:avLst/>
          </a:prstGeom>
        </p:spPr>
      </p:pic>
      <p:pic>
        <p:nvPicPr>
          <p:cNvPr id="10" name="Graphic 9" descr="Document with solid fill">
            <a:extLst>
              <a:ext uri="{FF2B5EF4-FFF2-40B4-BE49-F238E27FC236}">
                <a16:creationId xmlns:a16="http://schemas.microsoft.com/office/drawing/2014/main" id="{8DB5AD49-9DE6-1181-6BDE-6740172484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97516" y="2114550"/>
            <a:ext cx="914400" cy="914400"/>
          </a:xfrm>
          <a:prstGeom prst="rect">
            <a:avLst/>
          </a:prstGeom>
        </p:spPr>
      </p:pic>
      <p:sp>
        <p:nvSpPr>
          <p:cNvPr id="13" name="TextBox 12">
            <a:extLst>
              <a:ext uri="{FF2B5EF4-FFF2-40B4-BE49-F238E27FC236}">
                <a16:creationId xmlns:a16="http://schemas.microsoft.com/office/drawing/2014/main" id="{E837C38A-D8BD-B80F-2586-89708C0B9944}"/>
              </a:ext>
            </a:extLst>
          </p:cNvPr>
          <p:cNvSpPr txBox="1"/>
          <p:nvPr/>
        </p:nvSpPr>
        <p:spPr>
          <a:xfrm>
            <a:off x="1132114" y="3250154"/>
            <a:ext cx="800219" cy="300082"/>
          </a:xfrm>
          <a:prstGeom prst="rect">
            <a:avLst/>
          </a:prstGeom>
          <a:noFill/>
        </p:spPr>
        <p:txBody>
          <a:bodyPr wrap="none" rtlCol="0">
            <a:spAutoFit/>
          </a:bodyPr>
          <a:lstStyle/>
          <a:p>
            <a:r>
              <a:rPr lang="en-US" dirty="0"/>
              <a:t>Science</a:t>
            </a:r>
          </a:p>
        </p:txBody>
      </p:sp>
      <p:sp>
        <p:nvSpPr>
          <p:cNvPr id="14" name="TextBox 13">
            <a:extLst>
              <a:ext uri="{FF2B5EF4-FFF2-40B4-BE49-F238E27FC236}">
                <a16:creationId xmlns:a16="http://schemas.microsoft.com/office/drawing/2014/main" id="{BC114AD5-8681-E42D-6214-823C2AB15F46}"/>
              </a:ext>
            </a:extLst>
          </p:cNvPr>
          <p:cNvSpPr txBox="1"/>
          <p:nvPr/>
        </p:nvSpPr>
        <p:spPr>
          <a:xfrm>
            <a:off x="2542050" y="3256365"/>
            <a:ext cx="598241" cy="300082"/>
          </a:xfrm>
          <a:prstGeom prst="rect">
            <a:avLst/>
          </a:prstGeom>
          <a:noFill/>
        </p:spPr>
        <p:txBody>
          <a:bodyPr wrap="none" rtlCol="0">
            <a:spAutoFit/>
          </a:bodyPr>
          <a:lstStyle/>
          <a:p>
            <a:r>
              <a:rPr lang="en-US" dirty="0"/>
              <a:t>Sport</a:t>
            </a:r>
          </a:p>
        </p:txBody>
      </p:sp>
      <p:sp>
        <p:nvSpPr>
          <p:cNvPr id="15" name="TextBox 14">
            <a:extLst>
              <a:ext uri="{FF2B5EF4-FFF2-40B4-BE49-F238E27FC236}">
                <a16:creationId xmlns:a16="http://schemas.microsoft.com/office/drawing/2014/main" id="{1D6D4F17-9AE6-B0B5-06F4-F5897D6CA0A2}"/>
              </a:ext>
            </a:extLst>
          </p:cNvPr>
          <p:cNvSpPr txBox="1"/>
          <p:nvPr/>
        </p:nvSpPr>
        <p:spPr>
          <a:xfrm>
            <a:off x="3951776" y="3256365"/>
            <a:ext cx="405880" cy="300082"/>
          </a:xfrm>
          <a:prstGeom prst="rect">
            <a:avLst/>
          </a:prstGeom>
          <a:noFill/>
        </p:spPr>
        <p:txBody>
          <a:bodyPr wrap="none" rtlCol="0">
            <a:spAutoFit/>
          </a:bodyPr>
          <a:lstStyle/>
          <a:p>
            <a:r>
              <a:rPr lang="en-US" dirty="0"/>
              <a:t>Art</a:t>
            </a:r>
          </a:p>
        </p:txBody>
      </p:sp>
      <p:sp>
        <p:nvSpPr>
          <p:cNvPr id="18" name="Rectangle 17">
            <a:extLst>
              <a:ext uri="{FF2B5EF4-FFF2-40B4-BE49-F238E27FC236}">
                <a16:creationId xmlns:a16="http://schemas.microsoft.com/office/drawing/2014/main" id="{5CCE21F7-BDBC-E533-C810-01B6CE40C139}"/>
              </a:ext>
            </a:extLst>
          </p:cNvPr>
          <p:cNvSpPr/>
          <p:nvPr/>
        </p:nvSpPr>
        <p:spPr>
          <a:xfrm>
            <a:off x="370800" y="1811753"/>
            <a:ext cx="7614242" cy="271054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 name="TextBox 18">
            <a:extLst>
              <a:ext uri="{FF2B5EF4-FFF2-40B4-BE49-F238E27FC236}">
                <a16:creationId xmlns:a16="http://schemas.microsoft.com/office/drawing/2014/main" id="{EF8B8F00-F884-B217-9305-914B01A30279}"/>
              </a:ext>
            </a:extLst>
          </p:cNvPr>
          <p:cNvSpPr txBox="1"/>
          <p:nvPr/>
        </p:nvSpPr>
        <p:spPr>
          <a:xfrm>
            <a:off x="2469914" y="3889330"/>
            <a:ext cx="742511" cy="300082"/>
          </a:xfrm>
          <a:prstGeom prst="rect">
            <a:avLst/>
          </a:prstGeom>
          <a:noFill/>
        </p:spPr>
        <p:txBody>
          <a:bodyPr wrap="none" rtlCol="0">
            <a:spAutoFit/>
          </a:bodyPr>
          <a:lstStyle/>
          <a:p>
            <a:r>
              <a:rPr lang="en-US" dirty="0"/>
              <a:t>Corpus</a:t>
            </a:r>
          </a:p>
        </p:txBody>
      </p:sp>
      <p:sp>
        <p:nvSpPr>
          <p:cNvPr id="20" name="TextBox 19">
            <a:extLst>
              <a:ext uri="{FF2B5EF4-FFF2-40B4-BE49-F238E27FC236}">
                <a16:creationId xmlns:a16="http://schemas.microsoft.com/office/drawing/2014/main" id="{D824BB75-48F4-9E4E-E1A9-EAD380A9F7A3}"/>
              </a:ext>
            </a:extLst>
          </p:cNvPr>
          <p:cNvSpPr txBox="1"/>
          <p:nvPr/>
        </p:nvSpPr>
        <p:spPr>
          <a:xfrm>
            <a:off x="4786346" y="3167024"/>
            <a:ext cx="2948243" cy="300082"/>
          </a:xfrm>
          <a:prstGeom prst="rect">
            <a:avLst/>
          </a:prstGeom>
          <a:noFill/>
        </p:spPr>
        <p:txBody>
          <a:bodyPr wrap="none" rtlCol="0">
            <a:spAutoFit/>
          </a:bodyPr>
          <a:lstStyle/>
          <a:p>
            <a:r>
              <a:rPr lang="en-US" dirty="0"/>
              <a:t>How important the word ‘canvas’ is?</a:t>
            </a:r>
          </a:p>
        </p:txBody>
      </p:sp>
    </p:spTree>
    <p:custDataLst>
      <p:tags r:id="rId1"/>
    </p:custDataLst>
    <p:extLst>
      <p:ext uri="{BB962C8B-B14F-4D97-AF65-F5344CB8AC3E}">
        <p14:creationId xmlns:p14="http://schemas.microsoft.com/office/powerpoint/2010/main" val="2731724309"/>
      </p:ext>
    </p:extLst>
  </p:cSld>
  <p:clrMapOvr>
    <a:masterClrMapping/>
  </p:clrMapOvr>
  <mc:AlternateContent xmlns:mc="http://schemas.openxmlformats.org/markup-compatibility/2006" xmlns:p14="http://schemas.microsoft.com/office/powerpoint/2010/main">
    <mc:Choice Requires="p14">
      <p:transition spd="slow" p14:dur="2000" advTm="4797"/>
    </mc:Choice>
    <mc:Fallback xmlns="">
      <p:transition spd="slow" advTm="47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8" grpId="0" animBg="1"/>
      <p:bldP spid="19" grpId="0"/>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725-05D2-709F-77C3-FF42850B5654}"/>
              </a:ext>
            </a:extLst>
          </p:cNvPr>
          <p:cNvSpPr>
            <a:spLocks noGrp="1"/>
          </p:cNvSpPr>
          <p:nvPr>
            <p:ph type="title"/>
          </p:nvPr>
        </p:nvSpPr>
        <p:spPr>
          <a:xfrm>
            <a:off x="370800" y="-7144"/>
            <a:ext cx="8402400" cy="994172"/>
          </a:xfrm>
        </p:spPr>
        <p:txBody>
          <a:bodyPr/>
          <a:lstStyle/>
          <a:p>
            <a:r>
              <a:rPr lang="en-US" dirty="0"/>
              <a:t>TF-IDF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26A25A-72BB-0DDA-54BD-E72CB4A6DA96}"/>
                  </a:ext>
                </a:extLst>
              </p:cNvPr>
              <p:cNvSpPr>
                <a:spLocks noGrp="1"/>
              </p:cNvSpPr>
              <p:nvPr>
                <p:ph sz="half" idx="1"/>
              </p:nvPr>
            </p:nvSpPr>
            <p:spPr>
              <a:xfrm>
                <a:off x="370800" y="880741"/>
                <a:ext cx="3534226" cy="2888456"/>
              </a:xfrm>
            </p:spPr>
            <p:txBody>
              <a:bodyPr/>
              <a:lstStyle/>
              <a:p>
                <a:r>
                  <a:rPr lang="en-GB" sz="1600" i="0" dirty="0">
                    <a:solidFill>
                      <a:srgbClr val="222222"/>
                    </a:solidFill>
                    <a:effectLst/>
                    <a:latin typeface="+mn-lt"/>
                  </a:rPr>
                  <a:t>Term Frequent (TF). It is a measure of </a:t>
                </a:r>
                <a:r>
                  <a:rPr lang="en-GB" sz="1600" i="0" dirty="0">
                    <a:solidFill>
                      <a:schemeClr val="tx2"/>
                    </a:solidFill>
                    <a:effectLst/>
                    <a:latin typeface="+mn-lt"/>
                  </a:rPr>
                  <a:t>how frequently </a:t>
                </a:r>
                <a:r>
                  <a:rPr lang="en-GB" sz="1600" i="0" dirty="0">
                    <a:solidFill>
                      <a:srgbClr val="222222"/>
                    </a:solidFill>
                    <a:effectLst/>
                    <a:latin typeface="+mn-lt"/>
                  </a:rPr>
                  <a:t>a term </a:t>
                </a:r>
                <a14:m>
                  <m:oMath xmlns:m="http://schemas.openxmlformats.org/officeDocument/2006/math">
                    <m:r>
                      <a:rPr lang="en-GB" sz="1600" b="0" i="1" dirty="0" smtClean="0">
                        <a:solidFill>
                          <a:srgbClr val="222222"/>
                        </a:solidFill>
                        <a:effectLst/>
                        <a:latin typeface="Cambria Math" panose="02040503050406030204" pitchFamily="18" charset="0"/>
                      </a:rPr>
                      <m:t>𝑡</m:t>
                    </m:r>
                  </m:oMath>
                </a14:m>
                <a:r>
                  <a:rPr lang="en-GB" sz="1600" i="0" dirty="0">
                    <a:solidFill>
                      <a:srgbClr val="222222"/>
                    </a:solidFill>
                    <a:effectLst/>
                    <a:latin typeface="+mn-lt"/>
                  </a:rPr>
                  <a:t>, appears in a document </a:t>
                </a:r>
                <a14:m>
                  <m:oMath xmlns:m="http://schemas.openxmlformats.org/officeDocument/2006/math">
                    <m:r>
                      <a:rPr lang="en-GB" sz="1600" b="0" i="1" dirty="0" smtClean="0">
                        <a:solidFill>
                          <a:srgbClr val="222222"/>
                        </a:solidFill>
                        <a:effectLst/>
                        <a:latin typeface="Cambria Math" panose="02040503050406030204" pitchFamily="18" charset="0"/>
                      </a:rPr>
                      <m:t>𝑑</m:t>
                    </m:r>
                  </m:oMath>
                </a14:m>
                <a:r>
                  <a:rPr lang="en-GB" sz="1600" i="0" dirty="0">
                    <a:solidFill>
                      <a:srgbClr val="222222"/>
                    </a:solidFill>
                    <a:effectLst/>
                    <a:latin typeface="+mn-lt"/>
                  </a:rPr>
                  <a:t>:</a:t>
                </a:r>
              </a:p>
              <a:p>
                <a14:m>
                  <m:oMath xmlns:m="http://schemas.openxmlformats.org/officeDocument/2006/math">
                    <m:r>
                      <a:rPr lang="en-GB" sz="1600" b="0" i="1" smtClean="0">
                        <a:latin typeface="Cambria Math" panose="02040503050406030204" pitchFamily="18" charset="0"/>
                      </a:rPr>
                      <m:t>𝑡𝑓</m:t>
                    </m:r>
                    <m:d>
                      <m:dPr>
                        <m:ctrlPr>
                          <a:rPr lang="en-GB" sz="1600" i="1" smtClean="0">
                            <a:latin typeface="Cambria Math" panose="02040503050406030204" pitchFamily="18" charset="0"/>
                          </a:rPr>
                        </m:ctrlPr>
                      </m:dPr>
                      <m:e>
                        <m:r>
                          <a:rPr lang="en-GB" sz="1600" b="0" i="1" smtClean="0">
                            <a:latin typeface="Cambria Math" panose="02040503050406030204" pitchFamily="18" charset="0"/>
                          </a:rPr>
                          <m:t>𝑡</m:t>
                        </m:r>
                        <m:r>
                          <a:rPr lang="en-GB" sz="1600" b="0" i="1" smtClean="0">
                            <a:latin typeface="Cambria Math" panose="02040503050406030204" pitchFamily="18" charset="0"/>
                          </a:rPr>
                          <m:t>,</m:t>
                        </m:r>
                        <m:r>
                          <a:rPr lang="en-GB" sz="1600" b="0" i="1" smtClean="0">
                            <a:latin typeface="Cambria Math" panose="02040503050406030204" pitchFamily="18" charset="0"/>
                          </a:rPr>
                          <m:t>𝑑</m:t>
                        </m:r>
                      </m:e>
                    </m:d>
                    <m:r>
                      <a:rPr lang="en-GB" sz="1600" b="0" i="1" smtClean="0">
                        <a:latin typeface="Cambria Math" panose="02040503050406030204" pitchFamily="18" charset="0"/>
                      </a:rPr>
                      <m:t>=</m:t>
                    </m:r>
                    <m:f>
                      <m:fPr>
                        <m:ctrlPr>
                          <a:rPr lang="en-GB" sz="1600" i="1" smtClean="0">
                            <a:latin typeface="Cambria Math" panose="02040503050406030204" pitchFamily="18" charset="0"/>
                          </a:rPr>
                        </m:ctrlPr>
                      </m:fPr>
                      <m:num>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𝑓</m:t>
                            </m:r>
                          </m:e>
                          <m:sub>
                            <m:r>
                              <a:rPr lang="en-GB" sz="1600" b="0" i="1" smtClean="0">
                                <a:latin typeface="Cambria Math" panose="02040503050406030204" pitchFamily="18" charset="0"/>
                              </a:rPr>
                              <m:t>𝑡</m:t>
                            </m:r>
                            <m:r>
                              <a:rPr lang="en-GB" sz="1600" b="0" i="1" smtClean="0">
                                <a:latin typeface="Cambria Math" panose="02040503050406030204" pitchFamily="18" charset="0"/>
                              </a:rPr>
                              <m:t>,</m:t>
                            </m:r>
                            <m:r>
                              <a:rPr lang="en-GB" sz="1600" b="0" i="1" smtClean="0">
                                <a:latin typeface="Cambria Math" panose="02040503050406030204" pitchFamily="18" charset="0"/>
                              </a:rPr>
                              <m:t>𝑑</m:t>
                            </m:r>
                          </m:sub>
                        </m:sSub>
                      </m:num>
                      <m:den>
                        <m:nary>
                          <m:naryPr>
                            <m:chr m:val="∑"/>
                            <m:limLoc m:val="subSup"/>
                            <m:supHide m:val="on"/>
                            <m:ctrlPr>
                              <a:rPr lang="en-GB" sz="1600" i="1" smtClean="0">
                                <a:latin typeface="Cambria Math" panose="02040503050406030204" pitchFamily="18" charset="0"/>
                              </a:rPr>
                            </m:ctrlPr>
                          </m:naryPr>
                          <m:sub>
                            <m:sSup>
                              <m:sSupPr>
                                <m:ctrlPr>
                                  <a:rPr lang="en-GB" sz="1600" i="1">
                                    <a:latin typeface="Cambria Math" panose="02040503050406030204" pitchFamily="18" charset="0"/>
                                  </a:rPr>
                                </m:ctrlPr>
                              </m:sSupPr>
                              <m:e>
                                <m:r>
                                  <a:rPr lang="en-GB" sz="1600" b="0" i="1">
                                    <a:latin typeface="Cambria Math" panose="02040503050406030204" pitchFamily="18" charset="0"/>
                                  </a:rPr>
                                  <m:t>𝑡</m:t>
                                </m:r>
                              </m:e>
                              <m:sup>
                                <m:r>
                                  <a:rPr lang="en-GB" sz="1600" b="0" i="1">
                                    <a:latin typeface="Cambria Math" panose="02040503050406030204" pitchFamily="18" charset="0"/>
                                  </a:rPr>
                                  <m:t>′</m:t>
                                </m:r>
                              </m:sup>
                            </m:sSup>
                            <m:r>
                              <m:rPr>
                                <m:lit/>
                              </m:rPr>
                              <a:rPr lang="en-GB" sz="1600" b="0" i="1">
                                <a:latin typeface="Cambria Math" panose="02040503050406030204" pitchFamily="18" charset="0"/>
                                <a:ea typeface="Cambria Math" panose="02040503050406030204" pitchFamily="18" charset="0"/>
                              </a:rPr>
                              <m:t>∈</m:t>
                            </m:r>
                            <m:r>
                              <a:rPr lang="en-GB" sz="1600" b="0" i="1">
                                <a:latin typeface="Cambria Math" panose="02040503050406030204" pitchFamily="18" charset="0"/>
                                <a:ea typeface="Cambria Math" panose="02040503050406030204" pitchFamily="18" charset="0"/>
                              </a:rPr>
                              <m:t>𝑑</m:t>
                            </m:r>
                          </m:sub>
                          <m:sup/>
                          <m:e>
                            <m:sSub>
                              <m:sSubPr>
                                <m:ctrlPr>
                                  <a:rPr lang="en-GB" sz="1600" i="1">
                                    <a:latin typeface="Cambria Math" panose="02040503050406030204" pitchFamily="18" charset="0"/>
                                    <a:ea typeface="Cambria Math" panose="02040503050406030204" pitchFamily="18" charset="0"/>
                                  </a:rPr>
                                </m:ctrlPr>
                              </m:sSubPr>
                              <m:e>
                                <m:r>
                                  <a:rPr lang="en-GB" sz="1600" b="0" i="1">
                                    <a:latin typeface="Cambria Math" panose="02040503050406030204" pitchFamily="18" charset="0"/>
                                    <a:ea typeface="Cambria Math" panose="02040503050406030204" pitchFamily="18" charset="0"/>
                                  </a:rPr>
                                  <m:t>𝑓</m:t>
                                </m:r>
                              </m:e>
                              <m:sub>
                                <m:sSup>
                                  <m:sSupPr>
                                    <m:ctrlPr>
                                      <a:rPr lang="en-GB" sz="1600" i="1">
                                        <a:latin typeface="Cambria Math" panose="02040503050406030204" pitchFamily="18" charset="0"/>
                                        <a:ea typeface="Cambria Math" panose="02040503050406030204" pitchFamily="18" charset="0"/>
                                      </a:rPr>
                                    </m:ctrlPr>
                                  </m:sSupPr>
                                  <m:e>
                                    <m:r>
                                      <a:rPr lang="en-GB" sz="1600" b="0" i="1">
                                        <a:latin typeface="Cambria Math" panose="02040503050406030204" pitchFamily="18" charset="0"/>
                                        <a:ea typeface="Cambria Math" panose="02040503050406030204" pitchFamily="18" charset="0"/>
                                      </a:rPr>
                                      <m:t>𝑡</m:t>
                                    </m:r>
                                  </m:e>
                                  <m:sup>
                                    <m:r>
                                      <a:rPr lang="en-GB" sz="1600" b="0" i="1">
                                        <a:latin typeface="Cambria Math" panose="02040503050406030204" pitchFamily="18" charset="0"/>
                                        <a:ea typeface="Cambria Math" panose="02040503050406030204" pitchFamily="18" charset="0"/>
                                      </a:rPr>
                                      <m:t>′</m:t>
                                    </m:r>
                                  </m:sup>
                                </m:sSup>
                                <m:r>
                                  <a:rPr lang="en-GB" sz="1600" b="0" i="1">
                                    <a:latin typeface="Cambria Math" panose="02040503050406030204" pitchFamily="18" charset="0"/>
                                    <a:ea typeface="Cambria Math" panose="02040503050406030204" pitchFamily="18" charset="0"/>
                                  </a:rPr>
                                  <m:t>,</m:t>
                                </m:r>
                                <m:r>
                                  <a:rPr lang="en-GB" sz="1600" b="0" i="1">
                                    <a:latin typeface="Cambria Math" panose="02040503050406030204" pitchFamily="18" charset="0"/>
                                    <a:ea typeface="Cambria Math" panose="02040503050406030204" pitchFamily="18" charset="0"/>
                                  </a:rPr>
                                  <m:t>𝑑</m:t>
                                </m:r>
                              </m:sub>
                            </m:sSub>
                          </m:e>
                        </m:nary>
                      </m:den>
                    </m:f>
                    <m:r>
                      <a:rPr lang="en-GB" sz="1600" b="0" i="1" smtClean="0">
                        <a:latin typeface="Cambria Math" panose="02040503050406030204" pitchFamily="18" charset="0"/>
                      </a:rPr>
                      <m:t>, </m:t>
                    </m:r>
                    <m:r>
                      <a:rPr lang="en-GB" sz="1600" b="0" i="1" smtClean="0">
                        <a:latin typeface="Cambria Math" panose="02040503050406030204" pitchFamily="18" charset="0"/>
                      </a:rPr>
                      <m:t>𝑤h</m:t>
                    </m:r>
                    <m:sSub>
                      <m:sSubPr>
                        <m:ctrlPr>
                          <a:rPr lang="en-GB" sz="1600" i="1">
                            <a:latin typeface="Cambria Math" panose="02040503050406030204" pitchFamily="18" charset="0"/>
                          </a:rPr>
                        </m:ctrlPr>
                      </m:sSubPr>
                      <m:e>
                        <m:r>
                          <a:rPr lang="en-GB" sz="1600" i="1">
                            <a:latin typeface="Cambria Math" panose="02040503050406030204" pitchFamily="18" charset="0"/>
                          </a:rPr>
                          <m:t>𝑒𝑟𝑒</m:t>
                        </m:r>
                        <m:r>
                          <a:rPr lang="en-GB" sz="1600" b="0" i="1" smtClean="0">
                            <a:latin typeface="Cambria Math" panose="02040503050406030204" pitchFamily="18" charset="0"/>
                          </a:rPr>
                          <m:t> </m:t>
                        </m:r>
                        <m:r>
                          <a:rPr lang="en-GB" sz="1600" b="0" i="1">
                            <a:latin typeface="Cambria Math" panose="02040503050406030204" pitchFamily="18" charset="0"/>
                          </a:rPr>
                          <m:t>𝑓</m:t>
                        </m:r>
                      </m:e>
                      <m:sub>
                        <m:r>
                          <a:rPr lang="en-GB" sz="1600" b="0" i="1">
                            <a:latin typeface="Cambria Math" panose="02040503050406030204" pitchFamily="18" charset="0"/>
                          </a:rPr>
                          <m:t>𝑡</m:t>
                        </m:r>
                        <m:r>
                          <a:rPr lang="en-GB" sz="1600" b="0" i="1">
                            <a:latin typeface="Cambria Math" panose="02040503050406030204" pitchFamily="18" charset="0"/>
                          </a:rPr>
                          <m:t>,</m:t>
                        </m:r>
                        <m:r>
                          <a:rPr lang="en-GB" sz="1600" b="0" i="1">
                            <a:latin typeface="Cambria Math" panose="02040503050406030204" pitchFamily="18" charset="0"/>
                          </a:rPr>
                          <m:t>𝑑</m:t>
                        </m:r>
                      </m:sub>
                    </m:sSub>
                  </m:oMath>
                </a14:m>
                <a:r>
                  <a:rPr lang="en-GB" sz="1600" dirty="0">
                    <a:latin typeface="+mn-lt"/>
                  </a:rPr>
                  <a:t> is the number of times that term </a:t>
                </a:r>
                <a14:m>
                  <m:oMath xmlns:m="http://schemas.openxmlformats.org/officeDocument/2006/math">
                    <m:r>
                      <a:rPr lang="en-GB" sz="1600" i="1" dirty="0" smtClean="0">
                        <a:latin typeface="Cambria Math" panose="02040503050406030204" pitchFamily="18" charset="0"/>
                      </a:rPr>
                      <m:t>𝑡</m:t>
                    </m:r>
                  </m:oMath>
                </a14:m>
                <a:r>
                  <a:rPr lang="en-GB" sz="1600" dirty="0">
                    <a:latin typeface="+mn-lt"/>
                  </a:rPr>
                  <a:t> occurs in document </a:t>
                </a:r>
                <a14:m>
                  <m:oMath xmlns:m="http://schemas.openxmlformats.org/officeDocument/2006/math">
                    <m:r>
                      <a:rPr lang="en-GB" sz="1600" i="1" dirty="0" smtClean="0">
                        <a:latin typeface="Cambria Math" panose="02040503050406030204" pitchFamily="18" charset="0"/>
                      </a:rPr>
                      <m:t>𝑑</m:t>
                    </m:r>
                    <m:r>
                      <a:rPr lang="en-GB" sz="1600" b="0" i="0" dirty="0" smtClean="0">
                        <a:latin typeface="Cambria Math" panose="02040503050406030204" pitchFamily="18" charset="0"/>
                      </a:rPr>
                      <m:t>;</m:t>
                    </m:r>
                    <m:r>
                      <m:rPr>
                        <m:nor/>
                      </m:rPr>
                      <a:rPr lang="en-GB" sz="1600">
                        <a:latin typeface="+mn-lt"/>
                      </a:rPr>
                      <m:t> </m:t>
                    </m:r>
                    <m:r>
                      <m:rPr>
                        <m:nor/>
                      </m:rPr>
                      <a:rPr lang="en-GB" sz="1600">
                        <a:latin typeface="+mn-lt"/>
                      </a:rPr>
                      <m:t>the</m:t>
                    </m:r>
                    <m:r>
                      <m:rPr>
                        <m:nor/>
                      </m:rPr>
                      <a:rPr lang="en-GB" sz="1600">
                        <a:latin typeface="+mn-lt"/>
                      </a:rPr>
                      <m:t> </m:t>
                    </m:r>
                    <m:r>
                      <m:rPr>
                        <m:nor/>
                      </m:rPr>
                      <a:rPr lang="en-GB" sz="1600">
                        <a:latin typeface="+mn-lt"/>
                      </a:rPr>
                      <m:t>denominator</m:t>
                    </m:r>
                    <m:r>
                      <m:rPr>
                        <m:nor/>
                      </m:rPr>
                      <a:rPr lang="en-GB" sz="1600">
                        <a:latin typeface="+mn-lt"/>
                      </a:rPr>
                      <m:t> </m:t>
                    </m:r>
                    <m:r>
                      <m:rPr>
                        <m:nor/>
                      </m:rPr>
                      <a:rPr lang="en-GB" sz="1600">
                        <a:latin typeface="+mn-lt"/>
                      </a:rPr>
                      <m:t>is</m:t>
                    </m:r>
                    <m:r>
                      <m:rPr>
                        <m:nor/>
                      </m:rPr>
                      <a:rPr lang="en-GB" sz="1600">
                        <a:latin typeface="+mn-lt"/>
                      </a:rPr>
                      <m:t> </m:t>
                    </m:r>
                    <m:r>
                      <m:rPr>
                        <m:nor/>
                      </m:rPr>
                      <a:rPr lang="en-GB" sz="1600">
                        <a:latin typeface="+mn-lt"/>
                      </a:rPr>
                      <m:t>simply</m:t>
                    </m:r>
                    <m:r>
                      <m:rPr>
                        <m:nor/>
                      </m:rPr>
                      <a:rPr lang="en-GB" sz="1600">
                        <a:latin typeface="+mn-lt"/>
                      </a:rPr>
                      <m:t> </m:t>
                    </m:r>
                    <m:r>
                      <m:rPr>
                        <m:nor/>
                      </m:rPr>
                      <a:rPr lang="en-GB" sz="1600">
                        <a:latin typeface="+mn-lt"/>
                      </a:rPr>
                      <m:t>the</m:t>
                    </m:r>
                    <m:r>
                      <m:rPr>
                        <m:nor/>
                      </m:rPr>
                      <a:rPr lang="en-GB" sz="1600">
                        <a:latin typeface="+mn-lt"/>
                      </a:rPr>
                      <m:t> </m:t>
                    </m:r>
                    <m:r>
                      <m:rPr>
                        <m:nor/>
                      </m:rPr>
                      <a:rPr lang="en-GB" sz="1600">
                        <a:latin typeface="+mn-lt"/>
                      </a:rPr>
                      <m:t>total</m:t>
                    </m:r>
                    <m:r>
                      <m:rPr>
                        <m:nor/>
                      </m:rPr>
                      <a:rPr lang="en-GB" sz="1600">
                        <a:latin typeface="+mn-lt"/>
                      </a:rPr>
                      <m:t> </m:t>
                    </m:r>
                    <m:r>
                      <m:rPr>
                        <m:nor/>
                      </m:rPr>
                      <a:rPr lang="en-GB" sz="1600">
                        <a:latin typeface="+mn-lt"/>
                      </a:rPr>
                      <m:t>number</m:t>
                    </m:r>
                    <m:r>
                      <m:rPr>
                        <m:nor/>
                      </m:rPr>
                      <a:rPr lang="en-GB" sz="1600">
                        <a:latin typeface="+mn-lt"/>
                      </a:rPr>
                      <m:t> </m:t>
                    </m:r>
                    <m:r>
                      <m:rPr>
                        <m:nor/>
                      </m:rPr>
                      <a:rPr lang="en-GB" sz="1600">
                        <a:latin typeface="+mn-lt"/>
                      </a:rPr>
                      <m:t>of</m:t>
                    </m:r>
                    <m:r>
                      <m:rPr>
                        <m:nor/>
                      </m:rPr>
                      <a:rPr lang="en-GB" sz="1600">
                        <a:latin typeface="+mn-lt"/>
                      </a:rPr>
                      <m:t> </m:t>
                    </m:r>
                    <m:r>
                      <m:rPr>
                        <m:nor/>
                      </m:rPr>
                      <a:rPr lang="en-GB" sz="1600">
                        <a:latin typeface="+mn-lt"/>
                      </a:rPr>
                      <m:t>terms</m:t>
                    </m:r>
                    <m:r>
                      <m:rPr>
                        <m:nor/>
                      </m:rPr>
                      <a:rPr lang="en-GB" sz="1600">
                        <a:latin typeface="+mn-lt"/>
                      </a:rPr>
                      <m:t> </m:t>
                    </m:r>
                    <m:r>
                      <m:rPr>
                        <m:nor/>
                      </m:rPr>
                      <a:rPr lang="en-GB" sz="1600">
                        <a:latin typeface="+mn-lt"/>
                      </a:rPr>
                      <m:t>in</m:t>
                    </m:r>
                    <m:r>
                      <m:rPr>
                        <m:nor/>
                      </m:rPr>
                      <a:rPr lang="en-GB" sz="1600">
                        <a:latin typeface="+mn-lt"/>
                      </a:rPr>
                      <m:t> </m:t>
                    </m:r>
                    <m:r>
                      <m:rPr>
                        <m:nor/>
                      </m:rPr>
                      <a:rPr lang="en-GB" sz="1600">
                        <a:latin typeface="+mn-lt"/>
                      </a:rPr>
                      <m:t>document</m:t>
                    </m:r>
                    <m:r>
                      <m:rPr>
                        <m:nor/>
                      </m:rPr>
                      <a:rPr lang="en-GB" sz="1600">
                        <a:latin typeface="+mn-lt"/>
                      </a:rPr>
                      <m:t> </m:t>
                    </m:r>
                    <m:r>
                      <m:rPr>
                        <m:nor/>
                      </m:rPr>
                      <a:rPr lang="en-GB" sz="1600" i="1">
                        <a:latin typeface="+mn-lt"/>
                      </a:rPr>
                      <m:t>d</m:t>
                    </m:r>
                  </m:oMath>
                </a14:m>
                <a:endParaRPr lang="en-GB" sz="1600" dirty="0">
                  <a:latin typeface="+mn-lt"/>
                </a:endParaRPr>
              </a:p>
              <a:p>
                <a:endParaRPr lang="en-US" dirty="0"/>
              </a:p>
            </p:txBody>
          </p:sp>
        </mc:Choice>
        <mc:Fallback xmlns="">
          <p:sp>
            <p:nvSpPr>
              <p:cNvPr id="3" name="Content Placeholder 2">
                <a:extLst>
                  <a:ext uri="{FF2B5EF4-FFF2-40B4-BE49-F238E27FC236}">
                    <a16:creationId xmlns:a16="http://schemas.microsoft.com/office/drawing/2014/main" id="{1C26A25A-72BB-0DDA-54BD-E72CB4A6DA96}"/>
                  </a:ext>
                </a:extLst>
              </p:cNvPr>
              <p:cNvSpPr>
                <a:spLocks noGrp="1" noRot="1" noChangeAspect="1" noMove="1" noResize="1" noEditPoints="1" noAdjustHandles="1" noChangeArrowheads="1" noChangeShapeType="1" noTextEdit="1"/>
              </p:cNvSpPr>
              <p:nvPr>
                <p:ph sz="half" idx="1"/>
              </p:nvPr>
            </p:nvSpPr>
            <p:spPr>
              <a:xfrm>
                <a:off x="370800" y="880741"/>
                <a:ext cx="3534226" cy="2888456"/>
              </a:xfrm>
              <a:blipFill>
                <a:blip r:embed="rId3"/>
                <a:stretch>
                  <a:fillRect l="-172" t="-1477"/>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DC7FACE2-A4C2-52B9-6CD4-F1BB24A263D8}"/>
              </a:ext>
            </a:extLst>
          </p:cNvPr>
          <p:cNvSpPr txBox="1"/>
          <p:nvPr/>
        </p:nvSpPr>
        <p:spPr>
          <a:xfrm>
            <a:off x="4606619" y="890113"/>
            <a:ext cx="3762830" cy="830997"/>
          </a:xfrm>
          <a:prstGeom prst="rect">
            <a:avLst/>
          </a:prstGeom>
          <a:noFill/>
        </p:spPr>
        <p:txBody>
          <a:bodyPr wrap="square" rtlCol="0">
            <a:spAutoFit/>
          </a:bodyPr>
          <a:lstStyle/>
          <a:p>
            <a:pPr>
              <a:buFont typeface="Arial" panose="020B0604020202020204" pitchFamily="34" charset="0"/>
              <a:buChar char="•"/>
            </a:pPr>
            <a:r>
              <a:rPr lang="en-GB" sz="1600" dirty="0"/>
              <a:t>Doc 1: “</a:t>
            </a:r>
            <a:r>
              <a:rPr lang="en-GB" sz="1600" dirty="0">
                <a:effectLst/>
              </a:rPr>
              <a:t>the lovely dog” </a:t>
            </a:r>
          </a:p>
          <a:p>
            <a:pPr>
              <a:buFont typeface="Arial" panose="020B0604020202020204" pitchFamily="34" charset="0"/>
              <a:buChar char="•"/>
            </a:pPr>
            <a:r>
              <a:rPr lang="en-GB" sz="1600" dirty="0">
                <a:effectLst/>
              </a:rPr>
              <a:t>Doc 2: “the furry puppy”</a:t>
            </a:r>
          </a:p>
          <a:p>
            <a:pPr>
              <a:buFont typeface="Arial" panose="020B0604020202020204" pitchFamily="34" charset="0"/>
              <a:buChar char="•"/>
            </a:pPr>
            <a:r>
              <a:rPr lang="en-GB" sz="1600" dirty="0">
                <a:effectLst/>
              </a:rPr>
              <a:t>Doc 3: “the dog is lovely” </a:t>
            </a:r>
          </a:p>
        </p:txBody>
      </p:sp>
      <p:graphicFrame>
        <p:nvGraphicFramePr>
          <p:cNvPr id="6" name="Table 6">
            <a:extLst>
              <a:ext uri="{FF2B5EF4-FFF2-40B4-BE49-F238E27FC236}">
                <a16:creationId xmlns:a16="http://schemas.microsoft.com/office/drawing/2014/main" id="{4B0AE3AF-EB5E-6767-94E0-3544E68FEDE4}"/>
              </a:ext>
            </a:extLst>
          </p:cNvPr>
          <p:cNvGraphicFramePr>
            <a:graphicFrameLocks noGrp="1"/>
          </p:cNvGraphicFramePr>
          <p:nvPr>
            <p:extLst>
              <p:ext uri="{D42A27DB-BD31-4B8C-83A1-F6EECF244321}">
                <p14:modId xmlns:p14="http://schemas.microsoft.com/office/powerpoint/2010/main" val="3614614798"/>
              </p:ext>
            </p:extLst>
          </p:nvPr>
        </p:nvGraphicFramePr>
        <p:xfrm>
          <a:off x="4407028" y="2022355"/>
          <a:ext cx="4260028" cy="2875173"/>
        </p:xfrm>
        <a:graphic>
          <a:graphicData uri="http://schemas.openxmlformats.org/drawingml/2006/table">
            <a:tbl>
              <a:tblPr firstRow="1" bandRow="1">
                <a:tableStyleId>{5940675A-B579-460E-94D1-54222C63F5DA}</a:tableStyleId>
              </a:tblPr>
              <a:tblGrid>
                <a:gridCol w="1065007">
                  <a:extLst>
                    <a:ext uri="{9D8B030D-6E8A-4147-A177-3AD203B41FA5}">
                      <a16:colId xmlns:a16="http://schemas.microsoft.com/office/drawing/2014/main" val="3754895568"/>
                    </a:ext>
                  </a:extLst>
                </a:gridCol>
                <a:gridCol w="1065007">
                  <a:extLst>
                    <a:ext uri="{9D8B030D-6E8A-4147-A177-3AD203B41FA5}">
                      <a16:colId xmlns:a16="http://schemas.microsoft.com/office/drawing/2014/main" val="4139141006"/>
                    </a:ext>
                  </a:extLst>
                </a:gridCol>
                <a:gridCol w="1065007">
                  <a:extLst>
                    <a:ext uri="{9D8B030D-6E8A-4147-A177-3AD203B41FA5}">
                      <a16:colId xmlns:a16="http://schemas.microsoft.com/office/drawing/2014/main" val="3283927437"/>
                    </a:ext>
                  </a:extLst>
                </a:gridCol>
                <a:gridCol w="1065007">
                  <a:extLst>
                    <a:ext uri="{9D8B030D-6E8A-4147-A177-3AD203B41FA5}">
                      <a16:colId xmlns:a16="http://schemas.microsoft.com/office/drawing/2014/main" val="3793722783"/>
                    </a:ext>
                  </a:extLst>
                </a:gridCol>
              </a:tblGrid>
              <a:tr h="410739">
                <a:tc>
                  <a:txBody>
                    <a:bodyPr/>
                    <a:lstStyle/>
                    <a:p>
                      <a:r>
                        <a:rPr lang="en-US" dirty="0"/>
                        <a:t>Words</a:t>
                      </a:r>
                    </a:p>
                  </a:txBody>
                  <a:tcPr/>
                </a:tc>
                <a:tc>
                  <a:txBody>
                    <a:bodyPr/>
                    <a:lstStyle/>
                    <a:p>
                      <a:r>
                        <a:rPr lang="en-US" dirty="0"/>
                        <a:t>Doc 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Doc 2</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Doc 3</a:t>
                      </a:r>
                    </a:p>
                  </a:txBody>
                  <a:tcPr/>
                </a:tc>
                <a:extLst>
                  <a:ext uri="{0D108BD9-81ED-4DB2-BD59-A6C34878D82A}">
                    <a16:rowId xmlns:a16="http://schemas.microsoft.com/office/drawing/2014/main" val="1917386849"/>
                  </a:ext>
                </a:extLst>
              </a:tr>
              <a:tr h="410739">
                <a:tc>
                  <a:txBody>
                    <a:bodyPr/>
                    <a:lstStyle/>
                    <a:p>
                      <a:r>
                        <a:rPr lang="en-US" dirty="0"/>
                        <a:t>the</a:t>
                      </a:r>
                    </a:p>
                  </a:txBody>
                  <a:tcPr/>
                </a:tc>
                <a:tc>
                  <a:txBody>
                    <a:bodyPr/>
                    <a:lstStyle/>
                    <a:p>
                      <a:r>
                        <a:rPr lang="en-US" dirty="0"/>
                        <a:t>1/3</a:t>
                      </a:r>
                    </a:p>
                  </a:txBody>
                  <a:tcPr/>
                </a:tc>
                <a:tc>
                  <a:txBody>
                    <a:bodyPr/>
                    <a:lstStyle/>
                    <a:p>
                      <a:r>
                        <a:rPr lang="en-US" dirty="0"/>
                        <a:t>1/3</a:t>
                      </a:r>
                    </a:p>
                  </a:txBody>
                  <a:tcPr/>
                </a:tc>
                <a:tc>
                  <a:txBody>
                    <a:bodyPr/>
                    <a:lstStyle/>
                    <a:p>
                      <a:r>
                        <a:rPr lang="en-US" dirty="0"/>
                        <a:t>1/4</a:t>
                      </a:r>
                    </a:p>
                  </a:txBody>
                  <a:tcPr/>
                </a:tc>
                <a:extLst>
                  <a:ext uri="{0D108BD9-81ED-4DB2-BD59-A6C34878D82A}">
                    <a16:rowId xmlns:a16="http://schemas.microsoft.com/office/drawing/2014/main" val="1694342823"/>
                  </a:ext>
                </a:extLst>
              </a:tr>
              <a:tr h="410739">
                <a:tc>
                  <a:txBody>
                    <a:bodyPr/>
                    <a:lstStyle/>
                    <a:p>
                      <a:r>
                        <a:rPr lang="en-US" dirty="0"/>
                        <a:t>lovely</a:t>
                      </a:r>
                    </a:p>
                  </a:txBody>
                  <a:tcPr/>
                </a:tc>
                <a:tc>
                  <a:txBody>
                    <a:bodyPr/>
                    <a:lstStyle/>
                    <a:p>
                      <a:r>
                        <a:rPr lang="en-US" dirty="0"/>
                        <a:t>1/3</a:t>
                      </a:r>
                    </a:p>
                  </a:txBody>
                  <a:tcPr/>
                </a:tc>
                <a:tc>
                  <a:txBody>
                    <a:bodyPr/>
                    <a:lstStyle/>
                    <a:p>
                      <a:r>
                        <a:rPr lang="en-US" dirty="0"/>
                        <a:t>0/3</a:t>
                      </a:r>
                    </a:p>
                  </a:txBody>
                  <a:tcPr/>
                </a:tc>
                <a:tc>
                  <a:txBody>
                    <a:bodyPr/>
                    <a:lstStyle/>
                    <a:p>
                      <a:r>
                        <a:rPr lang="en-US" dirty="0"/>
                        <a:t>1/4</a:t>
                      </a:r>
                    </a:p>
                  </a:txBody>
                  <a:tcPr/>
                </a:tc>
                <a:extLst>
                  <a:ext uri="{0D108BD9-81ED-4DB2-BD59-A6C34878D82A}">
                    <a16:rowId xmlns:a16="http://schemas.microsoft.com/office/drawing/2014/main" val="3764595255"/>
                  </a:ext>
                </a:extLst>
              </a:tr>
              <a:tr h="410739">
                <a:tc>
                  <a:txBody>
                    <a:bodyPr/>
                    <a:lstStyle/>
                    <a:p>
                      <a:r>
                        <a:rPr lang="en-US" dirty="0"/>
                        <a:t>dog</a:t>
                      </a:r>
                    </a:p>
                  </a:txBody>
                  <a:tcPr/>
                </a:tc>
                <a:tc>
                  <a:txBody>
                    <a:bodyPr/>
                    <a:lstStyle/>
                    <a:p>
                      <a:r>
                        <a:rPr lang="en-US" dirty="0"/>
                        <a:t>1/3</a:t>
                      </a:r>
                    </a:p>
                  </a:txBody>
                  <a:tcPr/>
                </a:tc>
                <a:tc>
                  <a:txBody>
                    <a:bodyPr/>
                    <a:lstStyle/>
                    <a:p>
                      <a:r>
                        <a:rPr lang="en-US" dirty="0"/>
                        <a:t>0/3</a:t>
                      </a:r>
                    </a:p>
                  </a:txBody>
                  <a:tcPr/>
                </a:tc>
                <a:tc>
                  <a:txBody>
                    <a:bodyPr/>
                    <a:lstStyle/>
                    <a:p>
                      <a:r>
                        <a:rPr lang="en-US" dirty="0"/>
                        <a:t>1/4</a:t>
                      </a:r>
                    </a:p>
                  </a:txBody>
                  <a:tcPr/>
                </a:tc>
                <a:extLst>
                  <a:ext uri="{0D108BD9-81ED-4DB2-BD59-A6C34878D82A}">
                    <a16:rowId xmlns:a16="http://schemas.microsoft.com/office/drawing/2014/main" val="2167153631"/>
                  </a:ext>
                </a:extLst>
              </a:tr>
              <a:tr h="410739">
                <a:tc>
                  <a:txBody>
                    <a:bodyPr/>
                    <a:lstStyle/>
                    <a:p>
                      <a:r>
                        <a:rPr lang="en-US" dirty="0"/>
                        <a:t>furry</a:t>
                      </a:r>
                    </a:p>
                  </a:txBody>
                  <a:tcPr/>
                </a:tc>
                <a:tc>
                  <a:txBody>
                    <a:bodyPr/>
                    <a:lstStyle/>
                    <a:p>
                      <a:r>
                        <a:rPr lang="en-US" dirty="0"/>
                        <a:t>0/3</a:t>
                      </a:r>
                    </a:p>
                  </a:txBody>
                  <a:tcPr/>
                </a:tc>
                <a:tc>
                  <a:txBody>
                    <a:bodyPr/>
                    <a:lstStyle/>
                    <a:p>
                      <a:r>
                        <a:rPr lang="en-US" dirty="0"/>
                        <a:t>1/3</a:t>
                      </a:r>
                    </a:p>
                  </a:txBody>
                  <a:tcPr/>
                </a:tc>
                <a:tc>
                  <a:txBody>
                    <a:bodyPr/>
                    <a:lstStyle/>
                    <a:p>
                      <a:r>
                        <a:rPr lang="en-US" dirty="0"/>
                        <a:t>0/4</a:t>
                      </a:r>
                    </a:p>
                  </a:txBody>
                  <a:tcPr/>
                </a:tc>
                <a:extLst>
                  <a:ext uri="{0D108BD9-81ED-4DB2-BD59-A6C34878D82A}">
                    <a16:rowId xmlns:a16="http://schemas.microsoft.com/office/drawing/2014/main" val="2180590578"/>
                  </a:ext>
                </a:extLst>
              </a:tr>
              <a:tr h="410739">
                <a:tc>
                  <a:txBody>
                    <a:bodyPr/>
                    <a:lstStyle/>
                    <a:p>
                      <a:r>
                        <a:rPr lang="en-US" dirty="0"/>
                        <a:t>puppy</a:t>
                      </a:r>
                    </a:p>
                  </a:txBody>
                  <a:tcPr/>
                </a:tc>
                <a:tc>
                  <a:txBody>
                    <a:bodyPr/>
                    <a:lstStyle/>
                    <a:p>
                      <a:r>
                        <a:rPr lang="en-US" dirty="0"/>
                        <a:t>0/3</a:t>
                      </a:r>
                    </a:p>
                  </a:txBody>
                  <a:tcPr/>
                </a:tc>
                <a:tc>
                  <a:txBody>
                    <a:bodyPr/>
                    <a:lstStyle/>
                    <a:p>
                      <a:r>
                        <a:rPr lang="en-US" dirty="0"/>
                        <a:t>1/3</a:t>
                      </a:r>
                    </a:p>
                  </a:txBody>
                  <a:tcPr/>
                </a:tc>
                <a:tc>
                  <a:txBody>
                    <a:bodyPr/>
                    <a:lstStyle/>
                    <a:p>
                      <a:r>
                        <a:rPr lang="en-US" dirty="0"/>
                        <a:t>0/4</a:t>
                      </a:r>
                    </a:p>
                  </a:txBody>
                  <a:tcPr/>
                </a:tc>
                <a:extLst>
                  <a:ext uri="{0D108BD9-81ED-4DB2-BD59-A6C34878D82A}">
                    <a16:rowId xmlns:a16="http://schemas.microsoft.com/office/drawing/2014/main" val="3991932283"/>
                  </a:ext>
                </a:extLst>
              </a:tr>
              <a:tr h="410739">
                <a:tc>
                  <a:txBody>
                    <a:bodyPr/>
                    <a:lstStyle/>
                    <a:p>
                      <a:r>
                        <a:rPr lang="en-US" dirty="0"/>
                        <a:t>is</a:t>
                      </a:r>
                    </a:p>
                  </a:txBody>
                  <a:tcPr/>
                </a:tc>
                <a:tc>
                  <a:txBody>
                    <a:bodyPr/>
                    <a:lstStyle/>
                    <a:p>
                      <a:r>
                        <a:rPr lang="en-US" dirty="0"/>
                        <a:t>0/3</a:t>
                      </a:r>
                    </a:p>
                  </a:txBody>
                  <a:tcPr/>
                </a:tc>
                <a:tc>
                  <a:txBody>
                    <a:bodyPr/>
                    <a:lstStyle/>
                    <a:p>
                      <a:r>
                        <a:rPr lang="en-US" dirty="0"/>
                        <a:t>0/3</a:t>
                      </a:r>
                    </a:p>
                  </a:txBody>
                  <a:tcPr/>
                </a:tc>
                <a:tc>
                  <a:txBody>
                    <a:bodyPr/>
                    <a:lstStyle/>
                    <a:p>
                      <a:r>
                        <a:rPr lang="en-US" dirty="0"/>
                        <a:t>1/4</a:t>
                      </a:r>
                    </a:p>
                  </a:txBody>
                  <a:tcPr/>
                </a:tc>
                <a:extLst>
                  <a:ext uri="{0D108BD9-81ED-4DB2-BD59-A6C34878D82A}">
                    <a16:rowId xmlns:a16="http://schemas.microsoft.com/office/drawing/2014/main" val="957864113"/>
                  </a:ext>
                </a:extLst>
              </a:tr>
            </a:tbl>
          </a:graphicData>
        </a:graphic>
      </p:graphicFrame>
    </p:spTree>
    <p:custDataLst>
      <p:tags r:id="rId1"/>
    </p:custDataLst>
    <p:extLst>
      <p:ext uri="{BB962C8B-B14F-4D97-AF65-F5344CB8AC3E}">
        <p14:creationId xmlns:p14="http://schemas.microsoft.com/office/powerpoint/2010/main" val="3308889817"/>
      </p:ext>
    </p:extLst>
  </p:cSld>
  <p:clrMapOvr>
    <a:masterClrMapping/>
  </p:clrMapOvr>
  <mc:AlternateContent xmlns:mc="http://schemas.openxmlformats.org/markup-compatibility/2006" xmlns:p14="http://schemas.microsoft.com/office/powerpoint/2010/main">
    <mc:Choice Requires="p14">
      <p:transition spd="slow" p14:dur="2000" advTm="9070"/>
    </mc:Choice>
    <mc:Fallback xmlns="">
      <p:transition spd="slow" advTm="90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725-05D2-709F-77C3-FF42850B5654}"/>
              </a:ext>
            </a:extLst>
          </p:cNvPr>
          <p:cNvSpPr>
            <a:spLocks noGrp="1"/>
          </p:cNvSpPr>
          <p:nvPr>
            <p:ph type="title"/>
          </p:nvPr>
        </p:nvSpPr>
        <p:spPr>
          <a:xfrm>
            <a:off x="370800" y="-7144"/>
            <a:ext cx="8402400" cy="994172"/>
          </a:xfrm>
        </p:spPr>
        <p:txBody>
          <a:bodyPr/>
          <a:lstStyle/>
          <a:p>
            <a:r>
              <a:rPr lang="en-US" dirty="0"/>
              <a:t>TF-IDF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26A25A-72BB-0DDA-54BD-E72CB4A6DA96}"/>
                  </a:ext>
                </a:extLst>
              </p:cNvPr>
              <p:cNvSpPr>
                <a:spLocks noGrp="1"/>
              </p:cNvSpPr>
              <p:nvPr>
                <p:ph sz="half" idx="1"/>
              </p:nvPr>
            </p:nvSpPr>
            <p:spPr>
              <a:xfrm>
                <a:off x="370799" y="880741"/>
                <a:ext cx="3832069" cy="3529894"/>
              </a:xfrm>
            </p:spPr>
            <p:txBody>
              <a:bodyPr>
                <a:normAutofit/>
              </a:bodyPr>
              <a:lstStyle/>
              <a:p>
                <a:r>
                  <a:rPr lang="en-GB" sz="1600" dirty="0"/>
                  <a:t>Inverse document frequency </a:t>
                </a:r>
                <a:r>
                  <a:rPr lang="en-GB" sz="1600" i="0" dirty="0">
                    <a:solidFill>
                      <a:srgbClr val="222222"/>
                    </a:solidFill>
                    <a:effectLst/>
                    <a:latin typeface="+mn-lt"/>
                  </a:rPr>
                  <a:t>(</a:t>
                </a:r>
                <a:r>
                  <a:rPr lang="en-GB" sz="1600" dirty="0">
                    <a:solidFill>
                      <a:srgbClr val="222222"/>
                    </a:solidFill>
                    <a:latin typeface="+mn-lt"/>
                  </a:rPr>
                  <a:t>ID</a:t>
                </a:r>
                <a:r>
                  <a:rPr lang="en-GB" sz="1600" i="0" dirty="0">
                    <a:solidFill>
                      <a:srgbClr val="222222"/>
                    </a:solidFill>
                    <a:effectLst/>
                    <a:latin typeface="+mn-lt"/>
                  </a:rPr>
                  <a:t>F). It is a measure of </a:t>
                </a:r>
                <a:r>
                  <a:rPr lang="en-GB" sz="1600" i="0" dirty="0">
                    <a:solidFill>
                      <a:schemeClr val="tx2"/>
                    </a:solidFill>
                    <a:effectLst/>
                    <a:latin typeface="+mn-lt"/>
                  </a:rPr>
                  <a:t>how frequently </a:t>
                </a:r>
                <a:r>
                  <a:rPr lang="en-GB" sz="1600" i="0" dirty="0">
                    <a:solidFill>
                      <a:srgbClr val="222222"/>
                    </a:solidFill>
                    <a:effectLst/>
                    <a:latin typeface="+mn-lt"/>
                  </a:rPr>
                  <a:t>a term </a:t>
                </a:r>
                <a14:m>
                  <m:oMath xmlns:m="http://schemas.openxmlformats.org/officeDocument/2006/math">
                    <m:r>
                      <a:rPr lang="en-GB" sz="1600" b="0" i="1" dirty="0" smtClean="0">
                        <a:solidFill>
                          <a:srgbClr val="222222"/>
                        </a:solidFill>
                        <a:effectLst/>
                        <a:latin typeface="Cambria Math" panose="02040503050406030204" pitchFamily="18" charset="0"/>
                      </a:rPr>
                      <m:t>𝑡</m:t>
                    </m:r>
                  </m:oMath>
                </a14:m>
                <a:r>
                  <a:rPr lang="en-GB" sz="1600" i="0" dirty="0">
                    <a:solidFill>
                      <a:srgbClr val="222222"/>
                    </a:solidFill>
                    <a:effectLst/>
                    <a:latin typeface="+mn-lt"/>
                  </a:rPr>
                  <a:t>, appears in all documents, in other words, it measures how </a:t>
                </a:r>
                <a:r>
                  <a:rPr lang="en-GB" sz="1600" i="0" dirty="0">
                    <a:solidFill>
                      <a:schemeClr val="tx2"/>
                    </a:solidFill>
                    <a:effectLst/>
                    <a:latin typeface="+mn-lt"/>
                  </a:rPr>
                  <a:t>common</a:t>
                </a:r>
                <a:r>
                  <a:rPr lang="en-GB" sz="1600" i="0" dirty="0">
                    <a:solidFill>
                      <a:srgbClr val="222222"/>
                    </a:solidFill>
                    <a:effectLst/>
                    <a:latin typeface="+mn-lt"/>
                  </a:rPr>
                  <a:t> a word across all documents. Words like ‘this’, ‘the’, ‘that’ are usually very common in all documents, thereby we usually remove them since they don’t bring a lot of </a:t>
                </a:r>
                <a:r>
                  <a:rPr lang="en-GB" sz="1600" i="0" dirty="0">
                    <a:solidFill>
                      <a:schemeClr val="tx2"/>
                    </a:solidFill>
                    <a:effectLst/>
                    <a:latin typeface="+mn-lt"/>
                  </a:rPr>
                  <a:t>information</a:t>
                </a:r>
                <a:r>
                  <a:rPr lang="en-GB" sz="1600" i="0" dirty="0">
                    <a:solidFill>
                      <a:srgbClr val="222222"/>
                    </a:solidFill>
                    <a:effectLst/>
                    <a:latin typeface="+mn-lt"/>
                  </a:rPr>
                  <a:t>.</a:t>
                </a:r>
              </a:p>
              <a:p>
                <a14:m>
                  <m:oMath xmlns:m="http://schemas.openxmlformats.org/officeDocument/2006/math">
                    <m:r>
                      <a:rPr lang="en-GB" sz="1600" b="0" i="1" smtClean="0">
                        <a:latin typeface="Cambria Math" panose="02040503050406030204" pitchFamily="18" charset="0"/>
                      </a:rPr>
                      <m:t>𝑖𝑑𝑓</m:t>
                    </m:r>
                    <m:d>
                      <m:dPr>
                        <m:ctrlPr>
                          <a:rPr lang="en-GB" sz="1600" i="1" smtClean="0">
                            <a:latin typeface="Cambria Math" panose="02040503050406030204" pitchFamily="18" charset="0"/>
                          </a:rPr>
                        </m:ctrlPr>
                      </m:dPr>
                      <m:e>
                        <m:r>
                          <a:rPr lang="en-GB" sz="1600" b="0" i="1" smtClean="0">
                            <a:latin typeface="Cambria Math" panose="02040503050406030204" pitchFamily="18" charset="0"/>
                          </a:rPr>
                          <m:t>𝑡</m:t>
                        </m:r>
                        <m:r>
                          <a:rPr lang="en-GB" sz="1600" b="0" i="1" smtClean="0">
                            <a:latin typeface="Cambria Math" panose="02040503050406030204" pitchFamily="18" charset="0"/>
                          </a:rPr>
                          <m:t>,</m:t>
                        </m:r>
                        <m:r>
                          <a:rPr lang="en-GB" sz="1600" b="0" i="1" smtClean="0">
                            <a:latin typeface="Cambria Math" panose="02040503050406030204" pitchFamily="18" charset="0"/>
                          </a:rPr>
                          <m:t>𝐷</m:t>
                        </m:r>
                      </m:e>
                    </m:d>
                    <m:r>
                      <a:rPr lang="en-GB" sz="1600" b="0" i="1" smtClean="0">
                        <a:latin typeface="Cambria Math" panose="02040503050406030204" pitchFamily="18" charset="0"/>
                      </a:rPr>
                      <m:t>=</m:t>
                    </m:r>
                    <m:r>
                      <a:rPr lang="en-GB" sz="1600" b="0" i="1" smtClean="0">
                        <a:latin typeface="Cambria Math" panose="02040503050406030204" pitchFamily="18" charset="0"/>
                      </a:rPr>
                      <m:t>𝑙𝑜𝑔</m:t>
                    </m:r>
                    <m:f>
                      <m:fPr>
                        <m:ctrlPr>
                          <a:rPr lang="en-GB" sz="1600" i="1" smtClean="0">
                            <a:latin typeface="Cambria Math" panose="02040503050406030204" pitchFamily="18" charset="0"/>
                          </a:rPr>
                        </m:ctrlPr>
                      </m:fPr>
                      <m:num>
                        <m:r>
                          <a:rPr lang="en-GB" sz="1600" b="0" i="1" smtClean="0">
                            <a:latin typeface="Cambria Math" panose="02040503050406030204" pitchFamily="18" charset="0"/>
                          </a:rPr>
                          <m:t>𝑁</m:t>
                        </m:r>
                      </m:num>
                      <m:den>
                        <m:r>
                          <a:rPr lang="en-GB" sz="1600" b="0" i="1" smtClean="0">
                            <a:latin typeface="Cambria Math" panose="02040503050406030204" pitchFamily="18" charset="0"/>
                          </a:rPr>
                          <m:t>|{</m:t>
                        </m:r>
                        <m:r>
                          <a:rPr lang="en-GB" sz="1600" b="0" i="1" smtClean="0">
                            <a:latin typeface="Cambria Math" panose="02040503050406030204" pitchFamily="18" charset="0"/>
                          </a:rPr>
                          <m:t>𝑑</m:t>
                        </m:r>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𝐷</m:t>
                        </m:r>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𝑡</m:t>
                        </m:r>
                        <m:r>
                          <a:rPr lang="en-GB" sz="1600" b="0" i="1" smtClean="0">
                            <a:latin typeface="Cambria Math" panose="02040503050406030204" pitchFamily="18" charset="0"/>
                            <a:ea typeface="Cambria Math" panose="02040503050406030204" pitchFamily="18" charset="0"/>
                          </a:rPr>
                          <m:t>∈</m:t>
                        </m:r>
                        <m:r>
                          <a:rPr lang="en-GB" sz="1600" b="0" i="1" smtClean="0">
                            <a:latin typeface="Cambria Math" panose="02040503050406030204" pitchFamily="18" charset="0"/>
                            <a:ea typeface="Cambria Math" panose="02040503050406030204" pitchFamily="18" charset="0"/>
                          </a:rPr>
                          <m:t>𝑑</m:t>
                        </m:r>
                        <m:r>
                          <a:rPr lang="en-GB" sz="1600" b="0" i="1" smtClean="0">
                            <a:latin typeface="Cambria Math" panose="02040503050406030204" pitchFamily="18" charset="0"/>
                          </a:rPr>
                          <m:t>}|</m:t>
                        </m:r>
                      </m:den>
                    </m:f>
                    <m:r>
                      <a:rPr lang="en-GB" sz="1600" b="0" i="1" smtClean="0">
                        <a:latin typeface="Cambria Math" panose="02040503050406030204" pitchFamily="18" charset="0"/>
                      </a:rPr>
                      <m:t>, </m:t>
                    </m:r>
                    <m:r>
                      <a:rPr lang="en-GB" sz="1600" b="0" i="1" smtClean="0">
                        <a:latin typeface="Cambria Math" panose="02040503050406030204" pitchFamily="18" charset="0"/>
                      </a:rPr>
                      <m:t>𝑤h𝑒𝑟𝑒</m:t>
                    </m:r>
                    <m:r>
                      <a:rPr lang="en-GB" sz="1600" b="0" i="1" smtClean="0">
                        <a:latin typeface="Cambria Math" panose="02040503050406030204" pitchFamily="18" charset="0"/>
                      </a:rPr>
                      <m:t> </m:t>
                    </m:r>
                    <m:r>
                      <a:rPr lang="en-GB" sz="1600" i="1" smtClean="0">
                        <a:latin typeface="Cambria Math" panose="02040503050406030204" pitchFamily="18" charset="0"/>
                      </a:rPr>
                      <m:t>𝑁</m:t>
                    </m:r>
                  </m:oMath>
                </a14:m>
                <a:r>
                  <a:rPr lang="en-GB" sz="1600" dirty="0">
                    <a:latin typeface="+mn-lt"/>
                  </a:rPr>
                  <a:t> is the number of documents, </a:t>
                </a:r>
                <a14:m>
                  <m:oMath xmlns:m="http://schemas.openxmlformats.org/officeDocument/2006/math">
                    <m:d>
                      <m:dPr>
                        <m:begChr m:val="|"/>
                        <m:endChr m:val="|"/>
                        <m:ctrlPr>
                          <a:rPr lang="en-GB" sz="1600" i="1">
                            <a:latin typeface="Cambria Math" panose="02040503050406030204" pitchFamily="18" charset="0"/>
                          </a:rPr>
                        </m:ctrlPr>
                      </m:dPr>
                      <m:e>
                        <m:d>
                          <m:dPr>
                            <m:begChr m:val="{"/>
                            <m:endChr m:val="}"/>
                            <m:ctrlPr>
                              <a:rPr lang="en-GB" sz="1600" i="1">
                                <a:latin typeface="Cambria Math" panose="02040503050406030204" pitchFamily="18" charset="0"/>
                              </a:rPr>
                            </m:ctrlPr>
                          </m:dPr>
                          <m:e>
                            <m:r>
                              <a:rPr lang="en-GB" sz="1600" i="1">
                                <a:latin typeface="Cambria Math" panose="02040503050406030204" pitchFamily="18" charset="0"/>
                              </a:rPr>
                              <m:t>𝑑</m:t>
                            </m:r>
                            <m:r>
                              <a:rPr lang="en-GB" sz="1600" i="1">
                                <a:latin typeface="Cambria Math" panose="02040503050406030204" pitchFamily="18" charset="0"/>
                                <a:ea typeface="Cambria Math" panose="02040503050406030204" pitchFamily="18" charset="0"/>
                              </a:rPr>
                              <m:t>∈</m:t>
                            </m:r>
                            <m:r>
                              <a:rPr lang="en-GB" sz="1600" i="1">
                                <a:latin typeface="Cambria Math" panose="02040503050406030204" pitchFamily="18" charset="0"/>
                                <a:ea typeface="Cambria Math" panose="02040503050406030204" pitchFamily="18" charset="0"/>
                              </a:rPr>
                              <m:t>𝐷</m:t>
                            </m:r>
                            <m:r>
                              <a:rPr lang="en-GB" sz="1600" i="1">
                                <a:latin typeface="Cambria Math" panose="02040503050406030204" pitchFamily="18" charset="0"/>
                                <a:ea typeface="Cambria Math" panose="02040503050406030204" pitchFamily="18" charset="0"/>
                              </a:rPr>
                              <m:t>:</m:t>
                            </m:r>
                            <m:r>
                              <a:rPr lang="en-GB" sz="1600" i="1">
                                <a:latin typeface="Cambria Math" panose="02040503050406030204" pitchFamily="18" charset="0"/>
                                <a:ea typeface="Cambria Math" panose="02040503050406030204" pitchFamily="18" charset="0"/>
                              </a:rPr>
                              <m:t>𝑡</m:t>
                            </m:r>
                            <m:r>
                              <a:rPr lang="en-GB" sz="1600" i="1">
                                <a:latin typeface="Cambria Math" panose="02040503050406030204" pitchFamily="18" charset="0"/>
                                <a:ea typeface="Cambria Math" panose="02040503050406030204" pitchFamily="18" charset="0"/>
                              </a:rPr>
                              <m:t>∈</m:t>
                            </m:r>
                            <m:r>
                              <a:rPr lang="en-GB" sz="1600" i="1">
                                <a:latin typeface="Cambria Math" panose="02040503050406030204" pitchFamily="18" charset="0"/>
                                <a:ea typeface="Cambria Math" panose="02040503050406030204" pitchFamily="18" charset="0"/>
                              </a:rPr>
                              <m:t>𝑑</m:t>
                            </m:r>
                          </m:e>
                        </m:d>
                      </m:e>
                    </m:d>
                  </m:oMath>
                </a14:m>
                <a:r>
                  <a:rPr lang="en-GB" sz="1600" dirty="0">
                    <a:latin typeface="+mn-lt"/>
                  </a:rPr>
                  <a:t> is the number of documents where term </a:t>
                </a:r>
                <a14:m>
                  <m:oMath xmlns:m="http://schemas.openxmlformats.org/officeDocument/2006/math">
                    <m:r>
                      <a:rPr lang="en-GB" sz="1600" i="1">
                        <a:latin typeface="Cambria Math" panose="02040503050406030204" pitchFamily="18" charset="0"/>
                        <a:ea typeface="Cambria Math" panose="02040503050406030204" pitchFamily="18" charset="0"/>
                      </a:rPr>
                      <m:t>𝑡</m:t>
                    </m:r>
                  </m:oMath>
                </a14:m>
                <a:r>
                  <a:rPr lang="en-GB" sz="1600" dirty="0">
                    <a:latin typeface="+mn-lt"/>
                  </a:rPr>
                  <a:t> appears</a:t>
                </a:r>
              </a:p>
              <a:p>
                <a:endParaRPr lang="en-US" dirty="0"/>
              </a:p>
            </p:txBody>
          </p:sp>
        </mc:Choice>
        <mc:Fallback xmlns="">
          <p:sp>
            <p:nvSpPr>
              <p:cNvPr id="3" name="Content Placeholder 2">
                <a:extLst>
                  <a:ext uri="{FF2B5EF4-FFF2-40B4-BE49-F238E27FC236}">
                    <a16:creationId xmlns:a16="http://schemas.microsoft.com/office/drawing/2014/main" id="{1C26A25A-72BB-0DDA-54BD-E72CB4A6DA96}"/>
                  </a:ext>
                </a:extLst>
              </p:cNvPr>
              <p:cNvSpPr>
                <a:spLocks noGrp="1" noRot="1" noChangeAspect="1" noMove="1" noResize="1" noEditPoints="1" noAdjustHandles="1" noChangeArrowheads="1" noChangeShapeType="1" noTextEdit="1"/>
              </p:cNvSpPr>
              <p:nvPr>
                <p:ph sz="half" idx="1"/>
              </p:nvPr>
            </p:nvSpPr>
            <p:spPr>
              <a:xfrm>
                <a:off x="370799" y="880741"/>
                <a:ext cx="3832069" cy="3529894"/>
              </a:xfrm>
              <a:blipFill>
                <a:blip r:embed="rId3"/>
                <a:stretch>
                  <a:fillRect l="-331" t="-1434" r="-1987" b="-107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C7FACE2-A4C2-52B9-6CD4-F1BB24A263D8}"/>
              </a:ext>
            </a:extLst>
          </p:cNvPr>
          <p:cNvSpPr txBox="1"/>
          <p:nvPr/>
        </p:nvSpPr>
        <p:spPr>
          <a:xfrm>
            <a:off x="4757226" y="804052"/>
            <a:ext cx="3762830" cy="830997"/>
          </a:xfrm>
          <a:prstGeom prst="rect">
            <a:avLst/>
          </a:prstGeom>
          <a:noFill/>
        </p:spPr>
        <p:txBody>
          <a:bodyPr wrap="square" rtlCol="0">
            <a:spAutoFit/>
          </a:bodyPr>
          <a:lstStyle/>
          <a:p>
            <a:pPr>
              <a:buFont typeface="Arial" panose="020B0604020202020204" pitchFamily="34" charset="0"/>
              <a:buChar char="•"/>
            </a:pPr>
            <a:r>
              <a:rPr lang="en-GB" sz="1600" dirty="0"/>
              <a:t>Doc 1: “</a:t>
            </a:r>
            <a:r>
              <a:rPr lang="en-GB" sz="1600" dirty="0">
                <a:effectLst/>
              </a:rPr>
              <a:t>the lovely dog” </a:t>
            </a:r>
          </a:p>
          <a:p>
            <a:pPr>
              <a:buFont typeface="Arial" panose="020B0604020202020204" pitchFamily="34" charset="0"/>
              <a:buChar char="•"/>
            </a:pPr>
            <a:r>
              <a:rPr lang="en-GB" sz="1600" dirty="0">
                <a:effectLst/>
              </a:rPr>
              <a:t>Doc 2: “the furry puppy”</a:t>
            </a:r>
          </a:p>
          <a:p>
            <a:pPr>
              <a:buFont typeface="Arial" panose="020B0604020202020204" pitchFamily="34" charset="0"/>
              <a:buChar char="•"/>
            </a:pPr>
            <a:r>
              <a:rPr lang="en-GB" sz="1600" dirty="0">
                <a:effectLst/>
              </a:rPr>
              <a:t>Doc 3: “the dog is lovely” </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4B0AE3AF-EB5E-6767-94E0-3544E68FEDE4}"/>
                  </a:ext>
                </a:extLst>
              </p:cNvPr>
              <p:cNvGraphicFramePr>
                <a:graphicFrameLocks noGrp="1"/>
              </p:cNvGraphicFramePr>
              <p:nvPr>
                <p:extLst>
                  <p:ext uri="{D42A27DB-BD31-4B8C-83A1-F6EECF244321}">
                    <p14:modId xmlns:p14="http://schemas.microsoft.com/office/powerpoint/2010/main" val="4232728840"/>
                  </p:ext>
                </p:extLst>
              </p:nvPr>
            </p:nvGraphicFramePr>
            <p:xfrm>
              <a:off x="4675968" y="1635049"/>
              <a:ext cx="3762830" cy="3357266"/>
            </p:xfrm>
            <a:graphic>
              <a:graphicData uri="http://schemas.openxmlformats.org/drawingml/2006/table">
                <a:tbl>
                  <a:tblPr firstRow="1" bandRow="1">
                    <a:tableStyleId>{5940675A-B579-460E-94D1-54222C63F5DA}</a:tableStyleId>
                  </a:tblPr>
                  <a:tblGrid>
                    <a:gridCol w="1881415">
                      <a:extLst>
                        <a:ext uri="{9D8B030D-6E8A-4147-A177-3AD203B41FA5}">
                          <a16:colId xmlns:a16="http://schemas.microsoft.com/office/drawing/2014/main" val="3754895568"/>
                        </a:ext>
                      </a:extLst>
                    </a:gridCol>
                    <a:gridCol w="1881415">
                      <a:extLst>
                        <a:ext uri="{9D8B030D-6E8A-4147-A177-3AD203B41FA5}">
                          <a16:colId xmlns:a16="http://schemas.microsoft.com/office/drawing/2014/main" val="4139141006"/>
                        </a:ext>
                      </a:extLst>
                    </a:gridCol>
                  </a:tblGrid>
                  <a:tr h="410739">
                    <a:tc>
                      <a:txBody>
                        <a:bodyPr/>
                        <a:lstStyle/>
                        <a:p>
                          <a:r>
                            <a:rPr lang="en-US" dirty="0"/>
                            <a:t>Words</a:t>
                          </a:r>
                        </a:p>
                      </a:txBody>
                      <a:tcPr/>
                    </a:tc>
                    <a:tc>
                      <a:txBody>
                        <a:bodyPr/>
                        <a:lstStyle/>
                        <a:p>
                          <a:r>
                            <a:rPr lang="en-US" dirty="0"/>
                            <a:t>IDF</a:t>
                          </a:r>
                        </a:p>
                      </a:txBody>
                      <a:tcPr/>
                    </a:tc>
                    <a:extLst>
                      <a:ext uri="{0D108BD9-81ED-4DB2-BD59-A6C34878D82A}">
                        <a16:rowId xmlns:a16="http://schemas.microsoft.com/office/drawing/2014/main" val="1917386849"/>
                      </a:ext>
                    </a:extLst>
                  </a:tr>
                  <a:tr h="410739">
                    <a:tc>
                      <a:txBody>
                        <a:bodyPr/>
                        <a:lstStyle/>
                        <a:p>
                          <a:r>
                            <a:rPr lang="en-US" dirty="0"/>
                            <a:t>the</a:t>
                          </a:r>
                        </a:p>
                      </a:txBody>
                      <a:tcPr/>
                    </a:tc>
                    <a:tc>
                      <a:txBody>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3</m:t>
                                    </m:r>
                                  </m:den>
                                </m:f>
                                <m:r>
                                  <a:rPr lang="en-GB" sz="1400"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694342823"/>
                      </a:ext>
                    </a:extLst>
                  </a:tr>
                  <a:tr h="410739">
                    <a:tc>
                      <a:txBody>
                        <a:bodyPr/>
                        <a:lstStyle/>
                        <a:p>
                          <a:r>
                            <a:rPr lang="en-US" dirty="0"/>
                            <a:t>lovely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2</m:t>
                                    </m:r>
                                  </m:den>
                                </m:f>
                                <m:r>
                                  <a:rPr lang="en-GB" sz="1400" b="0" i="1" smtClean="0">
                                    <a:latin typeface="Cambria Math" panose="02040503050406030204" pitchFamily="18" charset="0"/>
                                  </a:rPr>
                                  <m:t>=0.176</m:t>
                                </m:r>
                              </m:oMath>
                            </m:oMathPara>
                          </a14:m>
                          <a:endParaRPr lang="en-US" sz="1400" dirty="0"/>
                        </a:p>
                      </a:txBody>
                      <a:tcPr/>
                    </a:tc>
                    <a:extLst>
                      <a:ext uri="{0D108BD9-81ED-4DB2-BD59-A6C34878D82A}">
                        <a16:rowId xmlns:a16="http://schemas.microsoft.com/office/drawing/2014/main" val="3764595255"/>
                      </a:ext>
                    </a:extLst>
                  </a:tr>
                  <a:tr h="410739">
                    <a:tc>
                      <a:txBody>
                        <a:bodyPr/>
                        <a:lstStyle/>
                        <a:p>
                          <a:r>
                            <a:rPr lang="en-US" dirty="0"/>
                            <a:t>dog</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2</m:t>
                                    </m:r>
                                  </m:den>
                                </m:f>
                                <m:r>
                                  <a:rPr lang="en-GB" sz="1400" b="0" i="1" smtClean="0">
                                    <a:latin typeface="Cambria Math" panose="02040503050406030204" pitchFamily="18" charset="0"/>
                                  </a:rPr>
                                  <m:t>=0.176</m:t>
                                </m:r>
                              </m:oMath>
                            </m:oMathPara>
                          </a14:m>
                          <a:endParaRPr lang="en-US" sz="1400" dirty="0"/>
                        </a:p>
                      </a:txBody>
                      <a:tcPr/>
                    </a:tc>
                    <a:extLst>
                      <a:ext uri="{0D108BD9-81ED-4DB2-BD59-A6C34878D82A}">
                        <a16:rowId xmlns:a16="http://schemas.microsoft.com/office/drawing/2014/main" val="2167153631"/>
                      </a:ext>
                    </a:extLst>
                  </a:tr>
                  <a:tr h="410739">
                    <a:tc>
                      <a:txBody>
                        <a:bodyPr/>
                        <a:lstStyle/>
                        <a:p>
                          <a:r>
                            <a:rPr lang="en-US" dirty="0"/>
                            <a:t>furry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1</m:t>
                                    </m:r>
                                  </m:den>
                                </m:f>
                                <m:r>
                                  <a:rPr lang="en-GB" sz="1400" b="0" i="1" smtClean="0">
                                    <a:latin typeface="Cambria Math" panose="02040503050406030204" pitchFamily="18" charset="0"/>
                                  </a:rPr>
                                  <m:t>=0.477</m:t>
                                </m:r>
                              </m:oMath>
                            </m:oMathPara>
                          </a14:m>
                          <a:endParaRPr lang="en-US" sz="1400" dirty="0"/>
                        </a:p>
                      </a:txBody>
                      <a:tcPr/>
                    </a:tc>
                    <a:extLst>
                      <a:ext uri="{0D108BD9-81ED-4DB2-BD59-A6C34878D82A}">
                        <a16:rowId xmlns:a16="http://schemas.microsoft.com/office/drawing/2014/main" val="2180590578"/>
                      </a:ext>
                    </a:extLst>
                  </a:tr>
                  <a:tr h="410739">
                    <a:tc>
                      <a:txBody>
                        <a:bodyPr/>
                        <a:lstStyle/>
                        <a:p>
                          <a:r>
                            <a:rPr lang="en-US" dirty="0"/>
                            <a:t>puppy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1</m:t>
                                    </m:r>
                                  </m:den>
                                </m:f>
                                <m:r>
                                  <a:rPr lang="en-GB" sz="1400" b="0" i="1" smtClean="0">
                                    <a:latin typeface="Cambria Math" panose="02040503050406030204" pitchFamily="18" charset="0"/>
                                  </a:rPr>
                                  <m:t>=0.477</m:t>
                                </m:r>
                              </m:oMath>
                            </m:oMathPara>
                          </a14:m>
                          <a:endParaRPr lang="en-US" sz="1400" dirty="0"/>
                        </a:p>
                      </a:txBody>
                      <a:tcPr/>
                    </a:tc>
                    <a:extLst>
                      <a:ext uri="{0D108BD9-81ED-4DB2-BD59-A6C34878D82A}">
                        <a16:rowId xmlns:a16="http://schemas.microsoft.com/office/drawing/2014/main" val="3991932283"/>
                      </a:ext>
                    </a:extLst>
                  </a:tr>
                  <a:tr h="410739">
                    <a:tc>
                      <a:txBody>
                        <a:bodyPr/>
                        <a:lstStyle/>
                        <a:p>
                          <a:r>
                            <a:rPr lang="en-US" dirty="0"/>
                            <a:t>is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1</m:t>
                                    </m:r>
                                  </m:den>
                                </m:f>
                                <m:r>
                                  <a:rPr lang="en-GB" sz="1400" b="0" i="1" smtClean="0">
                                    <a:latin typeface="Cambria Math" panose="02040503050406030204" pitchFamily="18" charset="0"/>
                                  </a:rPr>
                                  <m:t>=0.477</m:t>
                                </m:r>
                              </m:oMath>
                            </m:oMathPara>
                          </a14:m>
                          <a:endParaRPr lang="en-US" sz="1400" dirty="0"/>
                        </a:p>
                      </a:txBody>
                      <a:tcPr/>
                    </a:tc>
                    <a:extLst>
                      <a:ext uri="{0D108BD9-81ED-4DB2-BD59-A6C34878D82A}">
                        <a16:rowId xmlns:a16="http://schemas.microsoft.com/office/drawing/2014/main" val="957864113"/>
                      </a:ext>
                    </a:extLst>
                  </a:tr>
                </a:tbl>
              </a:graphicData>
            </a:graphic>
          </p:graphicFrame>
        </mc:Choice>
        <mc:Fallback xmlns="">
          <p:graphicFrame>
            <p:nvGraphicFramePr>
              <p:cNvPr id="6" name="Table 6">
                <a:extLst>
                  <a:ext uri="{FF2B5EF4-FFF2-40B4-BE49-F238E27FC236}">
                    <a16:creationId xmlns:a16="http://schemas.microsoft.com/office/drawing/2014/main" id="{4B0AE3AF-EB5E-6767-94E0-3544E68FEDE4}"/>
                  </a:ext>
                </a:extLst>
              </p:cNvPr>
              <p:cNvGraphicFramePr>
                <a:graphicFrameLocks noGrp="1"/>
              </p:cNvGraphicFramePr>
              <p:nvPr>
                <p:extLst>
                  <p:ext uri="{D42A27DB-BD31-4B8C-83A1-F6EECF244321}">
                    <p14:modId xmlns:p14="http://schemas.microsoft.com/office/powerpoint/2010/main" val="4232728840"/>
                  </p:ext>
                </p:extLst>
              </p:nvPr>
            </p:nvGraphicFramePr>
            <p:xfrm>
              <a:off x="4675968" y="1635049"/>
              <a:ext cx="3762830" cy="3357266"/>
            </p:xfrm>
            <a:graphic>
              <a:graphicData uri="http://schemas.openxmlformats.org/drawingml/2006/table">
                <a:tbl>
                  <a:tblPr firstRow="1" bandRow="1">
                    <a:tableStyleId>{5940675A-B579-460E-94D1-54222C63F5DA}</a:tableStyleId>
                  </a:tblPr>
                  <a:tblGrid>
                    <a:gridCol w="1881415">
                      <a:extLst>
                        <a:ext uri="{9D8B030D-6E8A-4147-A177-3AD203B41FA5}">
                          <a16:colId xmlns:a16="http://schemas.microsoft.com/office/drawing/2014/main" val="3754895568"/>
                        </a:ext>
                      </a:extLst>
                    </a:gridCol>
                    <a:gridCol w="1881415">
                      <a:extLst>
                        <a:ext uri="{9D8B030D-6E8A-4147-A177-3AD203B41FA5}">
                          <a16:colId xmlns:a16="http://schemas.microsoft.com/office/drawing/2014/main" val="4139141006"/>
                        </a:ext>
                      </a:extLst>
                    </a:gridCol>
                  </a:tblGrid>
                  <a:tr h="410739">
                    <a:tc>
                      <a:txBody>
                        <a:bodyPr/>
                        <a:lstStyle/>
                        <a:p>
                          <a:r>
                            <a:rPr lang="en-US" dirty="0"/>
                            <a:t>Words</a:t>
                          </a:r>
                        </a:p>
                      </a:txBody>
                      <a:tcPr/>
                    </a:tc>
                    <a:tc>
                      <a:txBody>
                        <a:bodyPr/>
                        <a:lstStyle/>
                        <a:p>
                          <a:r>
                            <a:rPr lang="en-US" dirty="0"/>
                            <a:t>IDF</a:t>
                          </a:r>
                        </a:p>
                      </a:txBody>
                      <a:tcPr/>
                    </a:tc>
                    <a:extLst>
                      <a:ext uri="{0D108BD9-81ED-4DB2-BD59-A6C34878D82A}">
                        <a16:rowId xmlns:a16="http://schemas.microsoft.com/office/drawing/2014/main" val="1917386849"/>
                      </a:ext>
                    </a:extLst>
                  </a:tr>
                  <a:tr h="492252">
                    <a:tc>
                      <a:txBody>
                        <a:bodyPr/>
                        <a:lstStyle/>
                        <a:p>
                          <a:r>
                            <a:rPr lang="en-US" dirty="0"/>
                            <a:t>the</a:t>
                          </a:r>
                        </a:p>
                      </a:txBody>
                      <a:tcPr/>
                    </a:tc>
                    <a:tc>
                      <a:txBody>
                        <a:bodyPr/>
                        <a:lstStyle/>
                        <a:p>
                          <a:endParaRPr lang="en-US"/>
                        </a:p>
                      </a:txBody>
                      <a:tcPr>
                        <a:blipFill>
                          <a:blip r:embed="rId4"/>
                          <a:stretch>
                            <a:fillRect l="-101351" t="-84615" r="-676" b="-500000"/>
                          </a:stretch>
                        </a:blipFill>
                      </a:tcPr>
                    </a:tc>
                    <a:extLst>
                      <a:ext uri="{0D108BD9-81ED-4DB2-BD59-A6C34878D82A}">
                        <a16:rowId xmlns:a16="http://schemas.microsoft.com/office/drawing/2014/main" val="1694342823"/>
                      </a:ext>
                    </a:extLst>
                  </a:tr>
                  <a:tr h="490855">
                    <a:tc>
                      <a:txBody>
                        <a:bodyPr/>
                        <a:lstStyle/>
                        <a:p>
                          <a:r>
                            <a:rPr lang="en-US" dirty="0"/>
                            <a:t>lovely</a:t>
                          </a:r>
                        </a:p>
                      </a:txBody>
                      <a:tcPr/>
                    </a:tc>
                    <a:tc>
                      <a:txBody>
                        <a:bodyPr/>
                        <a:lstStyle/>
                        <a:p>
                          <a:endParaRPr lang="en-US"/>
                        </a:p>
                      </a:txBody>
                      <a:tcPr>
                        <a:blipFill>
                          <a:blip r:embed="rId4"/>
                          <a:stretch>
                            <a:fillRect l="-101351" t="-189474" r="-676" b="-413158"/>
                          </a:stretch>
                        </a:blipFill>
                      </a:tcPr>
                    </a:tc>
                    <a:extLst>
                      <a:ext uri="{0D108BD9-81ED-4DB2-BD59-A6C34878D82A}">
                        <a16:rowId xmlns:a16="http://schemas.microsoft.com/office/drawing/2014/main" val="3764595255"/>
                      </a:ext>
                    </a:extLst>
                  </a:tr>
                  <a:tr h="490855">
                    <a:tc>
                      <a:txBody>
                        <a:bodyPr/>
                        <a:lstStyle/>
                        <a:p>
                          <a:r>
                            <a:rPr lang="en-US" dirty="0"/>
                            <a:t>dog</a:t>
                          </a:r>
                        </a:p>
                      </a:txBody>
                      <a:tcPr/>
                    </a:tc>
                    <a:tc>
                      <a:txBody>
                        <a:bodyPr/>
                        <a:lstStyle/>
                        <a:p>
                          <a:endParaRPr lang="en-US"/>
                        </a:p>
                      </a:txBody>
                      <a:tcPr>
                        <a:blipFill>
                          <a:blip r:embed="rId4"/>
                          <a:stretch>
                            <a:fillRect l="-101351" t="-282051" r="-676" b="-302564"/>
                          </a:stretch>
                        </a:blipFill>
                      </a:tcPr>
                    </a:tc>
                    <a:extLst>
                      <a:ext uri="{0D108BD9-81ED-4DB2-BD59-A6C34878D82A}">
                        <a16:rowId xmlns:a16="http://schemas.microsoft.com/office/drawing/2014/main" val="2167153631"/>
                      </a:ext>
                    </a:extLst>
                  </a:tr>
                  <a:tr h="490855">
                    <a:tc>
                      <a:txBody>
                        <a:bodyPr/>
                        <a:lstStyle/>
                        <a:p>
                          <a:r>
                            <a:rPr lang="en-US" dirty="0"/>
                            <a:t>furry</a:t>
                          </a:r>
                        </a:p>
                      </a:txBody>
                      <a:tcPr/>
                    </a:tc>
                    <a:tc>
                      <a:txBody>
                        <a:bodyPr/>
                        <a:lstStyle/>
                        <a:p>
                          <a:endParaRPr lang="en-US"/>
                        </a:p>
                      </a:txBody>
                      <a:tcPr>
                        <a:blipFill>
                          <a:blip r:embed="rId4"/>
                          <a:stretch>
                            <a:fillRect l="-101351" t="-382051" r="-676" b="-202564"/>
                          </a:stretch>
                        </a:blipFill>
                      </a:tcPr>
                    </a:tc>
                    <a:extLst>
                      <a:ext uri="{0D108BD9-81ED-4DB2-BD59-A6C34878D82A}">
                        <a16:rowId xmlns:a16="http://schemas.microsoft.com/office/drawing/2014/main" val="2180590578"/>
                      </a:ext>
                    </a:extLst>
                  </a:tr>
                  <a:tr h="490855">
                    <a:tc>
                      <a:txBody>
                        <a:bodyPr/>
                        <a:lstStyle/>
                        <a:p>
                          <a:r>
                            <a:rPr lang="en-US" dirty="0"/>
                            <a:t>puppy</a:t>
                          </a:r>
                        </a:p>
                      </a:txBody>
                      <a:tcPr/>
                    </a:tc>
                    <a:tc>
                      <a:txBody>
                        <a:bodyPr/>
                        <a:lstStyle/>
                        <a:p>
                          <a:endParaRPr lang="en-US"/>
                        </a:p>
                      </a:txBody>
                      <a:tcPr>
                        <a:blipFill>
                          <a:blip r:embed="rId4"/>
                          <a:stretch>
                            <a:fillRect l="-101351" t="-482051" r="-676" b="-102564"/>
                          </a:stretch>
                        </a:blipFill>
                      </a:tcPr>
                    </a:tc>
                    <a:extLst>
                      <a:ext uri="{0D108BD9-81ED-4DB2-BD59-A6C34878D82A}">
                        <a16:rowId xmlns:a16="http://schemas.microsoft.com/office/drawing/2014/main" val="3991932283"/>
                      </a:ext>
                    </a:extLst>
                  </a:tr>
                  <a:tr h="490855">
                    <a:tc>
                      <a:txBody>
                        <a:bodyPr/>
                        <a:lstStyle/>
                        <a:p>
                          <a:r>
                            <a:rPr lang="en-US" dirty="0"/>
                            <a:t>is</a:t>
                          </a:r>
                        </a:p>
                      </a:txBody>
                      <a:tcPr/>
                    </a:tc>
                    <a:tc>
                      <a:txBody>
                        <a:bodyPr/>
                        <a:lstStyle/>
                        <a:p>
                          <a:endParaRPr lang="en-US"/>
                        </a:p>
                      </a:txBody>
                      <a:tcPr>
                        <a:blipFill>
                          <a:blip r:embed="rId4"/>
                          <a:stretch>
                            <a:fillRect l="-101351" t="-582051" r="-676" b="-2564"/>
                          </a:stretch>
                        </a:blipFill>
                      </a:tcPr>
                    </a:tc>
                    <a:extLst>
                      <a:ext uri="{0D108BD9-81ED-4DB2-BD59-A6C34878D82A}">
                        <a16:rowId xmlns:a16="http://schemas.microsoft.com/office/drawing/2014/main" val="957864113"/>
                      </a:ext>
                    </a:extLst>
                  </a:tr>
                </a:tbl>
              </a:graphicData>
            </a:graphic>
          </p:graphicFrame>
        </mc:Fallback>
      </mc:AlternateContent>
    </p:spTree>
    <p:custDataLst>
      <p:tags r:id="rId1"/>
    </p:custDataLst>
    <p:extLst>
      <p:ext uri="{BB962C8B-B14F-4D97-AF65-F5344CB8AC3E}">
        <p14:creationId xmlns:p14="http://schemas.microsoft.com/office/powerpoint/2010/main" val="1005872461"/>
      </p:ext>
    </p:extLst>
  </p:cSld>
  <p:clrMapOvr>
    <a:masterClrMapping/>
  </p:clrMapOvr>
  <mc:AlternateContent xmlns:mc="http://schemas.openxmlformats.org/markup-compatibility/2006" xmlns:p14="http://schemas.microsoft.com/office/powerpoint/2010/main">
    <mc:Choice Requires="p14">
      <p:transition spd="slow" p14:dur="2000" advTm="5240"/>
    </mc:Choice>
    <mc:Fallback xmlns="">
      <p:transition spd="slow" advTm="52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4"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725-05D2-709F-77C3-FF42850B5654}"/>
              </a:ext>
            </a:extLst>
          </p:cNvPr>
          <p:cNvSpPr>
            <a:spLocks noGrp="1"/>
          </p:cNvSpPr>
          <p:nvPr>
            <p:ph type="title"/>
          </p:nvPr>
        </p:nvSpPr>
        <p:spPr>
          <a:xfrm>
            <a:off x="370800" y="-7144"/>
            <a:ext cx="8402400" cy="994172"/>
          </a:xfrm>
        </p:spPr>
        <p:txBody>
          <a:bodyPr/>
          <a:lstStyle/>
          <a:p>
            <a:r>
              <a:rPr lang="en-US" dirty="0"/>
              <a:t>TF-IDF explanation</a:t>
            </a:r>
          </a:p>
        </p:txBody>
      </p:sp>
      <p:sp>
        <p:nvSpPr>
          <p:cNvPr id="4" name="TextBox 3">
            <a:extLst>
              <a:ext uri="{FF2B5EF4-FFF2-40B4-BE49-F238E27FC236}">
                <a16:creationId xmlns:a16="http://schemas.microsoft.com/office/drawing/2014/main" id="{DC7FACE2-A4C2-52B9-6CD4-F1BB24A263D8}"/>
              </a:ext>
            </a:extLst>
          </p:cNvPr>
          <p:cNvSpPr txBox="1"/>
          <p:nvPr/>
        </p:nvSpPr>
        <p:spPr>
          <a:xfrm>
            <a:off x="4572000" y="757352"/>
            <a:ext cx="3762830" cy="830997"/>
          </a:xfrm>
          <a:prstGeom prst="rect">
            <a:avLst/>
          </a:prstGeom>
          <a:noFill/>
        </p:spPr>
        <p:txBody>
          <a:bodyPr wrap="square" rtlCol="0">
            <a:spAutoFit/>
          </a:bodyPr>
          <a:lstStyle/>
          <a:p>
            <a:pPr>
              <a:buFont typeface="Arial" panose="020B0604020202020204" pitchFamily="34" charset="0"/>
              <a:buChar char="•"/>
            </a:pPr>
            <a:r>
              <a:rPr lang="en-GB" sz="1600" dirty="0"/>
              <a:t>Doc 1: “</a:t>
            </a:r>
            <a:r>
              <a:rPr lang="en-GB" sz="1600" dirty="0">
                <a:effectLst/>
              </a:rPr>
              <a:t>the lovely dog” </a:t>
            </a:r>
          </a:p>
          <a:p>
            <a:pPr>
              <a:buFont typeface="Arial" panose="020B0604020202020204" pitchFamily="34" charset="0"/>
              <a:buChar char="•"/>
            </a:pPr>
            <a:r>
              <a:rPr lang="en-GB" sz="1600" dirty="0">
                <a:effectLst/>
              </a:rPr>
              <a:t>Doc 2: “the furry puppy”</a:t>
            </a:r>
          </a:p>
          <a:p>
            <a:pPr>
              <a:buFont typeface="Arial" panose="020B0604020202020204" pitchFamily="34" charset="0"/>
              <a:buChar char="•"/>
            </a:pPr>
            <a:r>
              <a:rPr lang="en-GB" sz="1600" dirty="0">
                <a:effectLst/>
              </a:rPr>
              <a:t>Doc 3: “the dog is lovely” </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4B0AE3AF-EB5E-6767-94E0-3544E68FEDE4}"/>
                  </a:ext>
                </a:extLst>
              </p:cNvPr>
              <p:cNvGraphicFramePr>
                <a:graphicFrameLocks noGrp="1"/>
              </p:cNvGraphicFramePr>
              <p:nvPr>
                <p:extLst>
                  <p:ext uri="{D42A27DB-BD31-4B8C-83A1-F6EECF244321}">
                    <p14:modId xmlns:p14="http://schemas.microsoft.com/office/powerpoint/2010/main" val="1658361584"/>
                  </p:ext>
                </p:extLst>
              </p:nvPr>
            </p:nvGraphicFramePr>
            <p:xfrm>
              <a:off x="465687" y="757352"/>
              <a:ext cx="3762830" cy="3357266"/>
            </p:xfrm>
            <a:graphic>
              <a:graphicData uri="http://schemas.openxmlformats.org/drawingml/2006/table">
                <a:tbl>
                  <a:tblPr firstRow="1" bandRow="1">
                    <a:tableStyleId>{5940675A-B579-460E-94D1-54222C63F5DA}</a:tableStyleId>
                  </a:tblPr>
                  <a:tblGrid>
                    <a:gridCol w="1881415">
                      <a:extLst>
                        <a:ext uri="{9D8B030D-6E8A-4147-A177-3AD203B41FA5}">
                          <a16:colId xmlns:a16="http://schemas.microsoft.com/office/drawing/2014/main" val="3754895568"/>
                        </a:ext>
                      </a:extLst>
                    </a:gridCol>
                    <a:gridCol w="1881415">
                      <a:extLst>
                        <a:ext uri="{9D8B030D-6E8A-4147-A177-3AD203B41FA5}">
                          <a16:colId xmlns:a16="http://schemas.microsoft.com/office/drawing/2014/main" val="4139141006"/>
                        </a:ext>
                      </a:extLst>
                    </a:gridCol>
                  </a:tblGrid>
                  <a:tr h="410739">
                    <a:tc>
                      <a:txBody>
                        <a:bodyPr/>
                        <a:lstStyle/>
                        <a:p>
                          <a:r>
                            <a:rPr lang="en-US" dirty="0"/>
                            <a:t>Words</a:t>
                          </a:r>
                        </a:p>
                      </a:txBody>
                      <a:tcPr/>
                    </a:tc>
                    <a:tc>
                      <a:txBody>
                        <a:bodyPr/>
                        <a:lstStyle/>
                        <a:p>
                          <a:r>
                            <a:rPr lang="en-US" dirty="0"/>
                            <a:t>IDF</a:t>
                          </a:r>
                        </a:p>
                      </a:txBody>
                      <a:tcPr/>
                    </a:tc>
                    <a:extLst>
                      <a:ext uri="{0D108BD9-81ED-4DB2-BD59-A6C34878D82A}">
                        <a16:rowId xmlns:a16="http://schemas.microsoft.com/office/drawing/2014/main" val="1917386849"/>
                      </a:ext>
                    </a:extLst>
                  </a:tr>
                  <a:tr h="410739">
                    <a:tc>
                      <a:txBody>
                        <a:bodyPr/>
                        <a:lstStyle/>
                        <a:p>
                          <a:r>
                            <a:rPr lang="en-US" dirty="0"/>
                            <a:t>the</a:t>
                          </a:r>
                        </a:p>
                      </a:txBody>
                      <a:tcPr/>
                    </a:tc>
                    <a:tc>
                      <a:txBody>
                        <a:bodyPr/>
                        <a:lstStyle/>
                        <a:p>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3</m:t>
                                    </m:r>
                                  </m:den>
                                </m:f>
                                <m:r>
                                  <a:rPr lang="en-GB" sz="1400"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694342823"/>
                      </a:ext>
                    </a:extLst>
                  </a:tr>
                  <a:tr h="410739">
                    <a:tc>
                      <a:txBody>
                        <a:bodyPr/>
                        <a:lstStyle/>
                        <a:p>
                          <a:r>
                            <a:rPr lang="en-US" dirty="0"/>
                            <a:t>lovely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2</m:t>
                                    </m:r>
                                  </m:den>
                                </m:f>
                                <m:r>
                                  <a:rPr lang="en-GB" sz="1400" b="0" i="1" smtClean="0">
                                    <a:latin typeface="Cambria Math" panose="02040503050406030204" pitchFamily="18" charset="0"/>
                                  </a:rPr>
                                  <m:t>=0.176</m:t>
                                </m:r>
                              </m:oMath>
                            </m:oMathPara>
                          </a14:m>
                          <a:endParaRPr lang="en-US" sz="1400" dirty="0"/>
                        </a:p>
                      </a:txBody>
                      <a:tcPr/>
                    </a:tc>
                    <a:extLst>
                      <a:ext uri="{0D108BD9-81ED-4DB2-BD59-A6C34878D82A}">
                        <a16:rowId xmlns:a16="http://schemas.microsoft.com/office/drawing/2014/main" val="3764595255"/>
                      </a:ext>
                    </a:extLst>
                  </a:tr>
                  <a:tr h="410739">
                    <a:tc>
                      <a:txBody>
                        <a:bodyPr/>
                        <a:lstStyle/>
                        <a:p>
                          <a:r>
                            <a:rPr lang="en-US" dirty="0"/>
                            <a:t>dog</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2</m:t>
                                    </m:r>
                                  </m:den>
                                </m:f>
                                <m:r>
                                  <a:rPr lang="en-GB" sz="1400" b="0" i="1" smtClean="0">
                                    <a:latin typeface="Cambria Math" panose="02040503050406030204" pitchFamily="18" charset="0"/>
                                  </a:rPr>
                                  <m:t>=0.176</m:t>
                                </m:r>
                              </m:oMath>
                            </m:oMathPara>
                          </a14:m>
                          <a:endParaRPr lang="en-US" sz="1400" dirty="0"/>
                        </a:p>
                      </a:txBody>
                      <a:tcPr/>
                    </a:tc>
                    <a:extLst>
                      <a:ext uri="{0D108BD9-81ED-4DB2-BD59-A6C34878D82A}">
                        <a16:rowId xmlns:a16="http://schemas.microsoft.com/office/drawing/2014/main" val="2167153631"/>
                      </a:ext>
                    </a:extLst>
                  </a:tr>
                  <a:tr h="410739">
                    <a:tc>
                      <a:txBody>
                        <a:bodyPr/>
                        <a:lstStyle/>
                        <a:p>
                          <a:r>
                            <a:rPr lang="en-US" dirty="0"/>
                            <a:t>furry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1</m:t>
                                    </m:r>
                                  </m:den>
                                </m:f>
                                <m:r>
                                  <a:rPr lang="en-GB" sz="1400" b="0" i="1" smtClean="0">
                                    <a:latin typeface="Cambria Math" panose="02040503050406030204" pitchFamily="18" charset="0"/>
                                  </a:rPr>
                                  <m:t>=0.477</m:t>
                                </m:r>
                              </m:oMath>
                            </m:oMathPara>
                          </a14:m>
                          <a:endParaRPr lang="en-US" sz="1400" dirty="0"/>
                        </a:p>
                      </a:txBody>
                      <a:tcPr/>
                    </a:tc>
                    <a:extLst>
                      <a:ext uri="{0D108BD9-81ED-4DB2-BD59-A6C34878D82A}">
                        <a16:rowId xmlns:a16="http://schemas.microsoft.com/office/drawing/2014/main" val="2180590578"/>
                      </a:ext>
                    </a:extLst>
                  </a:tr>
                  <a:tr h="410739">
                    <a:tc>
                      <a:txBody>
                        <a:bodyPr/>
                        <a:lstStyle/>
                        <a:p>
                          <a:r>
                            <a:rPr lang="en-US" dirty="0"/>
                            <a:t>puppy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1</m:t>
                                    </m:r>
                                  </m:den>
                                </m:f>
                                <m:r>
                                  <a:rPr lang="en-GB" sz="1400" b="0" i="1" smtClean="0">
                                    <a:latin typeface="Cambria Math" panose="02040503050406030204" pitchFamily="18" charset="0"/>
                                  </a:rPr>
                                  <m:t>=0.477</m:t>
                                </m:r>
                              </m:oMath>
                            </m:oMathPara>
                          </a14:m>
                          <a:endParaRPr lang="en-US" sz="1400" dirty="0"/>
                        </a:p>
                      </a:txBody>
                      <a:tcPr/>
                    </a:tc>
                    <a:extLst>
                      <a:ext uri="{0D108BD9-81ED-4DB2-BD59-A6C34878D82A}">
                        <a16:rowId xmlns:a16="http://schemas.microsoft.com/office/drawing/2014/main" val="3991932283"/>
                      </a:ext>
                    </a:extLst>
                  </a:tr>
                  <a:tr h="410739">
                    <a:tc>
                      <a:txBody>
                        <a:bodyPr/>
                        <a:lstStyle/>
                        <a:p>
                          <a:r>
                            <a:rPr lang="en-US" dirty="0"/>
                            <a:t>is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400" b="0" i="1" smtClean="0">
                                    <a:latin typeface="Cambria Math" panose="02040503050406030204" pitchFamily="18" charset="0"/>
                                  </a:rPr>
                                  <m:t>𝑙𝑜𝑔</m:t>
                                </m:r>
                                <m:f>
                                  <m:fPr>
                                    <m:ctrlPr>
                                      <a:rPr lang="en-GB" sz="1400" b="0" i="1" smtClean="0">
                                        <a:latin typeface="Cambria Math" panose="02040503050406030204" pitchFamily="18" charset="0"/>
                                      </a:rPr>
                                    </m:ctrlPr>
                                  </m:fPr>
                                  <m:num>
                                    <m:r>
                                      <a:rPr lang="en-GB" sz="1400" b="0" i="1" smtClean="0">
                                        <a:latin typeface="Cambria Math" panose="02040503050406030204" pitchFamily="18" charset="0"/>
                                      </a:rPr>
                                      <m:t>3</m:t>
                                    </m:r>
                                  </m:num>
                                  <m:den>
                                    <m:r>
                                      <a:rPr lang="en-GB" sz="1400" b="0" i="1" smtClean="0">
                                        <a:latin typeface="Cambria Math" panose="02040503050406030204" pitchFamily="18" charset="0"/>
                                      </a:rPr>
                                      <m:t>1</m:t>
                                    </m:r>
                                  </m:den>
                                </m:f>
                                <m:r>
                                  <a:rPr lang="en-GB" sz="1400" b="0" i="1" smtClean="0">
                                    <a:latin typeface="Cambria Math" panose="02040503050406030204" pitchFamily="18" charset="0"/>
                                  </a:rPr>
                                  <m:t>=0.477</m:t>
                                </m:r>
                              </m:oMath>
                            </m:oMathPara>
                          </a14:m>
                          <a:endParaRPr lang="en-US" sz="1400" dirty="0"/>
                        </a:p>
                      </a:txBody>
                      <a:tcPr/>
                    </a:tc>
                    <a:extLst>
                      <a:ext uri="{0D108BD9-81ED-4DB2-BD59-A6C34878D82A}">
                        <a16:rowId xmlns:a16="http://schemas.microsoft.com/office/drawing/2014/main" val="957864113"/>
                      </a:ext>
                    </a:extLst>
                  </a:tr>
                </a:tbl>
              </a:graphicData>
            </a:graphic>
          </p:graphicFrame>
        </mc:Choice>
        <mc:Fallback xmlns="">
          <p:graphicFrame>
            <p:nvGraphicFramePr>
              <p:cNvPr id="6" name="Table 6">
                <a:extLst>
                  <a:ext uri="{FF2B5EF4-FFF2-40B4-BE49-F238E27FC236}">
                    <a16:creationId xmlns:a16="http://schemas.microsoft.com/office/drawing/2014/main" id="{4B0AE3AF-EB5E-6767-94E0-3544E68FEDE4}"/>
                  </a:ext>
                </a:extLst>
              </p:cNvPr>
              <p:cNvGraphicFramePr>
                <a:graphicFrameLocks noGrp="1"/>
              </p:cNvGraphicFramePr>
              <p:nvPr>
                <p:extLst>
                  <p:ext uri="{D42A27DB-BD31-4B8C-83A1-F6EECF244321}">
                    <p14:modId xmlns:p14="http://schemas.microsoft.com/office/powerpoint/2010/main" val="1658361584"/>
                  </p:ext>
                </p:extLst>
              </p:nvPr>
            </p:nvGraphicFramePr>
            <p:xfrm>
              <a:off x="465687" y="757352"/>
              <a:ext cx="3762830" cy="3357266"/>
            </p:xfrm>
            <a:graphic>
              <a:graphicData uri="http://schemas.openxmlformats.org/drawingml/2006/table">
                <a:tbl>
                  <a:tblPr firstRow="1" bandRow="1">
                    <a:tableStyleId>{5940675A-B579-460E-94D1-54222C63F5DA}</a:tableStyleId>
                  </a:tblPr>
                  <a:tblGrid>
                    <a:gridCol w="1881415">
                      <a:extLst>
                        <a:ext uri="{9D8B030D-6E8A-4147-A177-3AD203B41FA5}">
                          <a16:colId xmlns:a16="http://schemas.microsoft.com/office/drawing/2014/main" val="3754895568"/>
                        </a:ext>
                      </a:extLst>
                    </a:gridCol>
                    <a:gridCol w="1881415">
                      <a:extLst>
                        <a:ext uri="{9D8B030D-6E8A-4147-A177-3AD203B41FA5}">
                          <a16:colId xmlns:a16="http://schemas.microsoft.com/office/drawing/2014/main" val="4139141006"/>
                        </a:ext>
                      </a:extLst>
                    </a:gridCol>
                  </a:tblGrid>
                  <a:tr h="410739">
                    <a:tc>
                      <a:txBody>
                        <a:bodyPr/>
                        <a:lstStyle/>
                        <a:p>
                          <a:r>
                            <a:rPr lang="en-US" dirty="0"/>
                            <a:t>Words</a:t>
                          </a:r>
                        </a:p>
                      </a:txBody>
                      <a:tcPr/>
                    </a:tc>
                    <a:tc>
                      <a:txBody>
                        <a:bodyPr/>
                        <a:lstStyle/>
                        <a:p>
                          <a:r>
                            <a:rPr lang="en-US" dirty="0"/>
                            <a:t>IDF</a:t>
                          </a:r>
                        </a:p>
                      </a:txBody>
                      <a:tcPr/>
                    </a:tc>
                    <a:extLst>
                      <a:ext uri="{0D108BD9-81ED-4DB2-BD59-A6C34878D82A}">
                        <a16:rowId xmlns:a16="http://schemas.microsoft.com/office/drawing/2014/main" val="1917386849"/>
                      </a:ext>
                    </a:extLst>
                  </a:tr>
                  <a:tr h="492252">
                    <a:tc>
                      <a:txBody>
                        <a:bodyPr/>
                        <a:lstStyle/>
                        <a:p>
                          <a:r>
                            <a:rPr lang="en-US" dirty="0"/>
                            <a:t>the</a:t>
                          </a:r>
                        </a:p>
                      </a:txBody>
                      <a:tcPr/>
                    </a:tc>
                    <a:tc>
                      <a:txBody>
                        <a:bodyPr/>
                        <a:lstStyle/>
                        <a:p>
                          <a:endParaRPr lang="en-US"/>
                        </a:p>
                      </a:txBody>
                      <a:tcPr>
                        <a:blipFill>
                          <a:blip r:embed="rId2"/>
                          <a:stretch>
                            <a:fillRect l="-100676" t="-82051" r="-1351" b="-502564"/>
                          </a:stretch>
                        </a:blipFill>
                      </a:tcPr>
                    </a:tc>
                    <a:extLst>
                      <a:ext uri="{0D108BD9-81ED-4DB2-BD59-A6C34878D82A}">
                        <a16:rowId xmlns:a16="http://schemas.microsoft.com/office/drawing/2014/main" val="1694342823"/>
                      </a:ext>
                    </a:extLst>
                  </a:tr>
                  <a:tr h="490855">
                    <a:tc>
                      <a:txBody>
                        <a:bodyPr/>
                        <a:lstStyle/>
                        <a:p>
                          <a:r>
                            <a:rPr lang="en-US" dirty="0"/>
                            <a:t>lovely</a:t>
                          </a:r>
                        </a:p>
                      </a:txBody>
                      <a:tcPr/>
                    </a:tc>
                    <a:tc>
                      <a:txBody>
                        <a:bodyPr/>
                        <a:lstStyle/>
                        <a:p>
                          <a:endParaRPr lang="en-US"/>
                        </a:p>
                      </a:txBody>
                      <a:tcPr>
                        <a:blipFill>
                          <a:blip r:embed="rId2"/>
                          <a:stretch>
                            <a:fillRect l="-100676" t="-182051" r="-1351" b="-402564"/>
                          </a:stretch>
                        </a:blipFill>
                      </a:tcPr>
                    </a:tc>
                    <a:extLst>
                      <a:ext uri="{0D108BD9-81ED-4DB2-BD59-A6C34878D82A}">
                        <a16:rowId xmlns:a16="http://schemas.microsoft.com/office/drawing/2014/main" val="3764595255"/>
                      </a:ext>
                    </a:extLst>
                  </a:tr>
                  <a:tr h="490855">
                    <a:tc>
                      <a:txBody>
                        <a:bodyPr/>
                        <a:lstStyle/>
                        <a:p>
                          <a:r>
                            <a:rPr lang="en-US" dirty="0"/>
                            <a:t>dog</a:t>
                          </a:r>
                        </a:p>
                      </a:txBody>
                      <a:tcPr/>
                    </a:tc>
                    <a:tc>
                      <a:txBody>
                        <a:bodyPr/>
                        <a:lstStyle/>
                        <a:p>
                          <a:endParaRPr lang="en-US"/>
                        </a:p>
                      </a:txBody>
                      <a:tcPr>
                        <a:blipFill>
                          <a:blip r:embed="rId2"/>
                          <a:stretch>
                            <a:fillRect l="-100676" t="-282051" r="-1351" b="-302564"/>
                          </a:stretch>
                        </a:blipFill>
                      </a:tcPr>
                    </a:tc>
                    <a:extLst>
                      <a:ext uri="{0D108BD9-81ED-4DB2-BD59-A6C34878D82A}">
                        <a16:rowId xmlns:a16="http://schemas.microsoft.com/office/drawing/2014/main" val="2167153631"/>
                      </a:ext>
                    </a:extLst>
                  </a:tr>
                  <a:tr h="490855">
                    <a:tc>
                      <a:txBody>
                        <a:bodyPr/>
                        <a:lstStyle/>
                        <a:p>
                          <a:r>
                            <a:rPr lang="en-US" dirty="0"/>
                            <a:t>furry</a:t>
                          </a:r>
                        </a:p>
                      </a:txBody>
                      <a:tcPr/>
                    </a:tc>
                    <a:tc>
                      <a:txBody>
                        <a:bodyPr/>
                        <a:lstStyle/>
                        <a:p>
                          <a:endParaRPr lang="en-US"/>
                        </a:p>
                      </a:txBody>
                      <a:tcPr>
                        <a:blipFill>
                          <a:blip r:embed="rId2"/>
                          <a:stretch>
                            <a:fillRect l="-100676" t="-382051" r="-1351" b="-202564"/>
                          </a:stretch>
                        </a:blipFill>
                      </a:tcPr>
                    </a:tc>
                    <a:extLst>
                      <a:ext uri="{0D108BD9-81ED-4DB2-BD59-A6C34878D82A}">
                        <a16:rowId xmlns:a16="http://schemas.microsoft.com/office/drawing/2014/main" val="2180590578"/>
                      </a:ext>
                    </a:extLst>
                  </a:tr>
                  <a:tr h="490855">
                    <a:tc>
                      <a:txBody>
                        <a:bodyPr/>
                        <a:lstStyle/>
                        <a:p>
                          <a:r>
                            <a:rPr lang="en-US" dirty="0"/>
                            <a:t>puppy</a:t>
                          </a:r>
                        </a:p>
                      </a:txBody>
                      <a:tcPr/>
                    </a:tc>
                    <a:tc>
                      <a:txBody>
                        <a:bodyPr/>
                        <a:lstStyle/>
                        <a:p>
                          <a:endParaRPr lang="en-US"/>
                        </a:p>
                      </a:txBody>
                      <a:tcPr>
                        <a:blipFill>
                          <a:blip r:embed="rId2"/>
                          <a:stretch>
                            <a:fillRect l="-100676" t="-494737" r="-1351" b="-107895"/>
                          </a:stretch>
                        </a:blipFill>
                      </a:tcPr>
                    </a:tc>
                    <a:extLst>
                      <a:ext uri="{0D108BD9-81ED-4DB2-BD59-A6C34878D82A}">
                        <a16:rowId xmlns:a16="http://schemas.microsoft.com/office/drawing/2014/main" val="3991932283"/>
                      </a:ext>
                    </a:extLst>
                  </a:tr>
                  <a:tr h="490855">
                    <a:tc>
                      <a:txBody>
                        <a:bodyPr/>
                        <a:lstStyle/>
                        <a:p>
                          <a:r>
                            <a:rPr lang="en-US" dirty="0"/>
                            <a:t>is</a:t>
                          </a:r>
                        </a:p>
                      </a:txBody>
                      <a:tcPr/>
                    </a:tc>
                    <a:tc>
                      <a:txBody>
                        <a:bodyPr/>
                        <a:lstStyle/>
                        <a:p>
                          <a:endParaRPr lang="en-US"/>
                        </a:p>
                      </a:txBody>
                      <a:tcPr>
                        <a:blipFill>
                          <a:blip r:embed="rId2"/>
                          <a:stretch>
                            <a:fillRect l="-100676" t="-579487" r="-1351" b="-5128"/>
                          </a:stretch>
                        </a:blipFill>
                      </a:tcPr>
                    </a:tc>
                    <a:extLst>
                      <a:ext uri="{0D108BD9-81ED-4DB2-BD59-A6C34878D82A}">
                        <a16:rowId xmlns:a16="http://schemas.microsoft.com/office/drawing/2014/main" val="957864113"/>
                      </a:ext>
                    </a:extLst>
                  </a:tr>
                </a:tbl>
              </a:graphicData>
            </a:graphic>
          </p:graphicFrame>
        </mc:Fallback>
      </mc:AlternateContent>
      <p:sp>
        <p:nvSpPr>
          <p:cNvPr id="9" name="TextBox 8">
            <a:extLst>
              <a:ext uri="{FF2B5EF4-FFF2-40B4-BE49-F238E27FC236}">
                <a16:creationId xmlns:a16="http://schemas.microsoft.com/office/drawing/2014/main" id="{F5D0D313-EAD5-997E-906C-3EFBF07A8457}"/>
              </a:ext>
            </a:extLst>
          </p:cNvPr>
          <p:cNvSpPr txBox="1"/>
          <p:nvPr/>
        </p:nvSpPr>
        <p:spPr>
          <a:xfrm>
            <a:off x="4572000" y="2231713"/>
            <a:ext cx="3762830" cy="1323439"/>
          </a:xfrm>
          <a:prstGeom prst="rect">
            <a:avLst/>
          </a:prstGeom>
          <a:noFill/>
        </p:spPr>
        <p:txBody>
          <a:bodyPr wrap="square" rtlCol="0">
            <a:spAutoFit/>
          </a:bodyPr>
          <a:lstStyle/>
          <a:p>
            <a:r>
              <a:rPr lang="en-GB" sz="1600" i="0" dirty="0">
                <a:solidFill>
                  <a:srgbClr val="222222"/>
                </a:solidFill>
                <a:effectLst/>
              </a:rPr>
              <a:t>Words like “the” </a:t>
            </a:r>
            <a:r>
              <a:rPr lang="en-GB" sz="1600" dirty="0">
                <a:solidFill>
                  <a:srgbClr val="222222"/>
                </a:solidFill>
              </a:rPr>
              <a:t>is </a:t>
            </a:r>
            <a:r>
              <a:rPr lang="en-GB" sz="1600" i="0" dirty="0">
                <a:solidFill>
                  <a:srgbClr val="222222"/>
                </a:solidFill>
                <a:effectLst/>
              </a:rPr>
              <a:t>reduced to 0 and have little importance; while words like “furry”, “puppy”, “is”, etc. are words with more importance and thus have a higher value.</a:t>
            </a:r>
            <a:endParaRPr lang="en-US" sz="1600" dirty="0"/>
          </a:p>
        </p:txBody>
      </p:sp>
    </p:spTree>
    <p:extLst>
      <p:ext uri="{BB962C8B-B14F-4D97-AF65-F5344CB8AC3E}">
        <p14:creationId xmlns:p14="http://schemas.microsoft.com/office/powerpoint/2010/main" val="290306641"/>
      </p:ext>
    </p:extLst>
  </p:cSld>
  <p:clrMapOvr>
    <a:masterClrMapping/>
  </p:clrMapOvr>
  <mc:AlternateContent xmlns:mc="http://schemas.openxmlformats.org/markup-compatibility/2006" xmlns:p14="http://schemas.microsoft.com/office/powerpoint/2010/main">
    <mc:Choice Requires="p14">
      <p:transition spd="slow" p14:dur="2000" advTm="2410"/>
    </mc:Choice>
    <mc:Fallback xmlns="">
      <p:transition spd="slow" advTm="241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725-05D2-709F-77C3-FF42850B5654}"/>
              </a:ext>
            </a:extLst>
          </p:cNvPr>
          <p:cNvSpPr>
            <a:spLocks noGrp="1"/>
          </p:cNvSpPr>
          <p:nvPr>
            <p:ph type="title"/>
          </p:nvPr>
        </p:nvSpPr>
        <p:spPr>
          <a:xfrm>
            <a:off x="370800" y="-7144"/>
            <a:ext cx="8402400" cy="647127"/>
          </a:xfrm>
        </p:spPr>
        <p:txBody>
          <a:bodyPr/>
          <a:lstStyle/>
          <a:p>
            <a:r>
              <a:rPr lang="en-US" sz="2800" dirty="0"/>
              <a:t>TF-IDF explanation</a:t>
            </a:r>
          </a:p>
        </p:txBody>
      </p:sp>
      <mc:AlternateContent xmlns:mc="http://schemas.openxmlformats.org/markup-compatibility/2006" xmlns:a14="http://schemas.microsoft.com/office/drawing/2010/main">
        <mc:Choice Requires="a14">
          <p:graphicFrame>
            <p:nvGraphicFramePr>
              <p:cNvPr id="8" name="Table 6">
                <a:extLst>
                  <a:ext uri="{FF2B5EF4-FFF2-40B4-BE49-F238E27FC236}">
                    <a16:creationId xmlns:a16="http://schemas.microsoft.com/office/drawing/2014/main" id="{A729D97E-FC05-67E6-4114-709BB1827C37}"/>
                  </a:ext>
                </a:extLst>
              </p:cNvPr>
              <p:cNvGraphicFramePr>
                <a:graphicFrameLocks noGrp="1"/>
              </p:cNvGraphicFramePr>
              <p:nvPr>
                <p:extLst>
                  <p:ext uri="{D42A27DB-BD31-4B8C-83A1-F6EECF244321}">
                    <p14:modId xmlns:p14="http://schemas.microsoft.com/office/powerpoint/2010/main" val="593713568"/>
                  </p:ext>
                </p:extLst>
              </p:nvPr>
            </p:nvGraphicFramePr>
            <p:xfrm>
              <a:off x="641170" y="815987"/>
              <a:ext cx="7861660" cy="3576320"/>
            </p:xfrm>
            <a:graphic>
              <a:graphicData uri="http://schemas.openxmlformats.org/drawingml/2006/table">
                <a:tbl>
                  <a:tblPr firstRow="1" bandRow="1">
                    <a:tableStyleId>{5940675A-B579-460E-94D1-54222C63F5DA}</a:tableStyleId>
                  </a:tblPr>
                  <a:tblGrid>
                    <a:gridCol w="982707">
                      <a:extLst>
                        <a:ext uri="{9D8B030D-6E8A-4147-A177-3AD203B41FA5}">
                          <a16:colId xmlns:a16="http://schemas.microsoft.com/office/drawing/2014/main" val="3754895568"/>
                        </a:ext>
                      </a:extLst>
                    </a:gridCol>
                    <a:gridCol w="689017">
                      <a:extLst>
                        <a:ext uri="{9D8B030D-6E8A-4147-A177-3AD203B41FA5}">
                          <a16:colId xmlns:a16="http://schemas.microsoft.com/office/drawing/2014/main" val="4139141006"/>
                        </a:ext>
                      </a:extLst>
                    </a:gridCol>
                    <a:gridCol w="602428">
                      <a:extLst>
                        <a:ext uri="{9D8B030D-6E8A-4147-A177-3AD203B41FA5}">
                          <a16:colId xmlns:a16="http://schemas.microsoft.com/office/drawing/2014/main" val="3283927437"/>
                        </a:ext>
                      </a:extLst>
                    </a:gridCol>
                    <a:gridCol w="645459">
                      <a:extLst>
                        <a:ext uri="{9D8B030D-6E8A-4147-A177-3AD203B41FA5}">
                          <a16:colId xmlns:a16="http://schemas.microsoft.com/office/drawing/2014/main" val="3793722783"/>
                        </a:ext>
                      </a:extLst>
                    </a:gridCol>
                    <a:gridCol w="914400">
                      <a:extLst>
                        <a:ext uri="{9D8B030D-6E8A-4147-A177-3AD203B41FA5}">
                          <a16:colId xmlns:a16="http://schemas.microsoft.com/office/drawing/2014/main" val="2435729160"/>
                        </a:ext>
                      </a:extLst>
                    </a:gridCol>
                    <a:gridCol w="1376979">
                      <a:extLst>
                        <a:ext uri="{9D8B030D-6E8A-4147-A177-3AD203B41FA5}">
                          <a16:colId xmlns:a16="http://schemas.microsoft.com/office/drawing/2014/main" val="2264760214"/>
                        </a:ext>
                      </a:extLst>
                    </a:gridCol>
                    <a:gridCol w="1290918">
                      <a:extLst>
                        <a:ext uri="{9D8B030D-6E8A-4147-A177-3AD203B41FA5}">
                          <a16:colId xmlns:a16="http://schemas.microsoft.com/office/drawing/2014/main" val="73527030"/>
                        </a:ext>
                      </a:extLst>
                    </a:gridCol>
                    <a:gridCol w="1359752">
                      <a:extLst>
                        <a:ext uri="{9D8B030D-6E8A-4147-A177-3AD203B41FA5}">
                          <a16:colId xmlns:a16="http://schemas.microsoft.com/office/drawing/2014/main" val="901043756"/>
                        </a:ext>
                      </a:extLst>
                    </a:gridCol>
                  </a:tblGrid>
                  <a:tr h="410739">
                    <a:tc>
                      <a:txBody>
                        <a:bodyPr/>
                        <a:lstStyle/>
                        <a:p>
                          <a:r>
                            <a:rPr lang="en-US" sz="1100" dirty="0"/>
                            <a:t>Words</a:t>
                          </a:r>
                        </a:p>
                      </a:txBody>
                      <a:tcPr/>
                    </a:tc>
                    <a:tc>
                      <a:txBody>
                        <a:bodyPr/>
                        <a:lstStyle/>
                        <a:p>
                          <a:r>
                            <a:rPr lang="en-US" sz="1100" dirty="0"/>
                            <a:t>Doc 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Doc 2</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Doc 3</a:t>
                          </a:r>
                        </a:p>
                      </a:txBody>
                      <a:tcPr/>
                    </a:tc>
                    <a:tc>
                      <a:txBody>
                        <a:bodyPr/>
                        <a:lstStyle/>
                        <a:p>
                          <a:r>
                            <a:rPr lang="en-US" sz="1100" dirty="0"/>
                            <a:t>IDF</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TF-IDF</a:t>
                          </a:r>
                        </a:p>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 (Doc 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TF-IDF (Doc 2)</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TF-IDF </a:t>
                          </a:r>
                        </a:p>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(Doc 3)</a:t>
                          </a:r>
                        </a:p>
                      </a:txBody>
                      <a:tcPr/>
                    </a:tc>
                    <a:extLst>
                      <a:ext uri="{0D108BD9-81ED-4DB2-BD59-A6C34878D82A}">
                        <a16:rowId xmlns:a16="http://schemas.microsoft.com/office/drawing/2014/main" val="1917386849"/>
                      </a:ext>
                    </a:extLst>
                  </a:tr>
                  <a:tr h="238008">
                    <a:tc>
                      <a:txBody>
                        <a:bodyPr/>
                        <a:lstStyle/>
                        <a:p>
                          <a:r>
                            <a:rPr lang="en-US" sz="1100" dirty="0"/>
                            <a:t>the</a:t>
                          </a:r>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US" sz="1100" i="1" dirty="0" smtClean="0">
                                        <a:latin typeface="Cambria Math" panose="02040503050406030204" pitchFamily="18" charset="0"/>
                                      </a:rPr>
                                      <m:t>3</m:t>
                                    </m:r>
                                  </m:den>
                                </m:f>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US" sz="1100" i="1" dirty="0" smtClean="0">
                                        <a:latin typeface="Cambria Math" panose="02040503050406030204" pitchFamily="18" charset="0"/>
                                      </a:rPr>
                                      <m:t>3</m:t>
                                    </m:r>
                                  </m:den>
                                </m:f>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GB" sz="1100" b="0" i="1" dirty="0" smtClean="0">
                                        <a:latin typeface="Cambria Math" panose="02040503050406030204" pitchFamily="18" charset="0"/>
                                      </a:rPr>
                                      <m:t>4</m:t>
                                    </m:r>
                                  </m:den>
                                </m:f>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0</m:t>
                                </m:r>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3</m:t>
                                    </m:r>
                                  </m:den>
                                </m:f>
                                <m:r>
                                  <a:rPr lang="en-GB" sz="1100" b="0" i="1" smtClean="0">
                                    <a:latin typeface="Cambria Math" panose="02040503050406030204" pitchFamily="18" charset="0"/>
                                  </a:rPr>
                                  <m:t>∗0=0</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3</m:t>
                                    </m:r>
                                  </m:den>
                                </m:f>
                                <m:r>
                                  <a:rPr lang="en-GB" sz="1100" b="0" i="1" smtClean="0">
                                    <a:latin typeface="Cambria Math" panose="02040503050406030204" pitchFamily="18" charset="0"/>
                                  </a:rPr>
                                  <m:t>∗0=0</m:t>
                                </m:r>
                              </m:oMath>
                            </m:oMathPara>
                          </a14:m>
                          <a:endParaRPr lang="en-US" sz="1100" dirty="0"/>
                        </a:p>
                        <a:p>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4</m:t>
                                    </m:r>
                                  </m:den>
                                </m:f>
                                <m:r>
                                  <a:rPr lang="en-GB" sz="1100" b="0" i="1" smtClean="0">
                                    <a:latin typeface="Cambria Math" panose="02040503050406030204" pitchFamily="18" charset="0"/>
                                  </a:rPr>
                                  <m:t>∗0=0</m:t>
                                </m:r>
                              </m:oMath>
                            </m:oMathPara>
                          </a14:m>
                          <a:endParaRPr lang="en-US" sz="1100" dirty="0"/>
                        </a:p>
                        <a:p>
                          <a:endParaRPr lang="en-US" sz="1100" dirty="0"/>
                        </a:p>
                      </a:txBody>
                      <a:tcPr/>
                    </a:tc>
                    <a:extLst>
                      <a:ext uri="{0D108BD9-81ED-4DB2-BD59-A6C34878D82A}">
                        <a16:rowId xmlns:a16="http://schemas.microsoft.com/office/drawing/2014/main" val="1694342823"/>
                      </a:ext>
                    </a:extLst>
                  </a:tr>
                  <a:tr h="410739">
                    <a:tc>
                      <a:txBody>
                        <a:bodyPr/>
                        <a:lstStyle/>
                        <a:p>
                          <a:r>
                            <a:rPr lang="en-US" sz="1100" dirty="0"/>
                            <a:t>lovely</a:t>
                          </a:r>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US" sz="1100" i="1" dirty="0" smtClean="0">
                                        <a:latin typeface="Cambria Math" panose="02040503050406030204" pitchFamily="18" charset="0"/>
                                      </a:rPr>
                                      <m:t>3</m:t>
                                    </m:r>
                                  </m:den>
                                </m:f>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dirty="0" smtClean="0">
                                    <a:latin typeface="Cambria Math" panose="02040503050406030204" pitchFamily="18" charset="0"/>
                                  </a:rPr>
                                  <m:t>0</m:t>
                                </m:r>
                              </m:oMath>
                            </m:oMathPara>
                          </a14:m>
                          <a:endParaRPr lang="en-US" sz="1100" dirty="0"/>
                        </a:p>
                        <a:p>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GB" sz="1100" b="0" i="1" dirty="0" smtClean="0">
                                        <a:latin typeface="Cambria Math" panose="02040503050406030204" pitchFamily="18" charset="0"/>
                                      </a:rPr>
                                      <m:t>4</m:t>
                                    </m:r>
                                  </m:den>
                                </m:f>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0.176</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3</m:t>
                                    </m:r>
                                  </m:den>
                                </m:f>
                                <m:r>
                                  <a:rPr lang="en-GB" sz="1100" b="0" i="1" smtClean="0">
                                    <a:latin typeface="Cambria Math" panose="02040503050406030204" pitchFamily="18" charset="0"/>
                                  </a:rPr>
                                  <m:t>∗0.176=0.0587</m:t>
                                </m:r>
                              </m:oMath>
                            </m:oMathPara>
                          </a14:m>
                          <a:endParaRPr lang="en-US" sz="1100" dirty="0"/>
                        </a:p>
                        <a:p>
                          <a:endParaRPr lang="en-US" sz="1100" dirty="0"/>
                        </a:p>
                      </a:txBody>
                      <a:tcPr/>
                    </a:tc>
                    <a:tc>
                      <a:txBody>
                        <a:bodyPr/>
                        <a:lstStyle/>
                        <a:p>
                          <a:r>
                            <a:rPr lang="en-GB" sz="1100" b="0" dirty="0"/>
                            <a:t>0</a:t>
                          </a:r>
                          <a14:m>
                            <m:oMath xmlns:m="http://schemas.openxmlformats.org/officeDocument/2006/math">
                              <m:r>
                                <a:rPr lang="en-GB" sz="1100" b="0" i="1" smtClean="0">
                                  <a:latin typeface="Cambria Math" panose="02040503050406030204" pitchFamily="18" charset="0"/>
                                </a:rPr>
                                <m:t>∗0. 176=0</m:t>
                              </m:r>
                            </m:oMath>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4</m:t>
                                    </m:r>
                                  </m:den>
                                </m:f>
                                <m:r>
                                  <a:rPr lang="en-GB" sz="1100" b="0" i="1" smtClean="0">
                                    <a:latin typeface="Cambria Math" panose="02040503050406030204" pitchFamily="18" charset="0"/>
                                  </a:rPr>
                                  <m:t>∗0.176=0.044</m:t>
                                </m:r>
                              </m:oMath>
                            </m:oMathPara>
                          </a14:m>
                          <a:endParaRPr lang="en-US" sz="1100" dirty="0"/>
                        </a:p>
                      </a:txBody>
                      <a:tcPr/>
                    </a:tc>
                    <a:extLst>
                      <a:ext uri="{0D108BD9-81ED-4DB2-BD59-A6C34878D82A}">
                        <a16:rowId xmlns:a16="http://schemas.microsoft.com/office/drawing/2014/main" val="3764595255"/>
                      </a:ext>
                    </a:extLst>
                  </a:tr>
                  <a:tr h="410739">
                    <a:tc>
                      <a:txBody>
                        <a:bodyPr/>
                        <a:lstStyle/>
                        <a:p>
                          <a:r>
                            <a:rPr lang="en-US" sz="1100" dirty="0"/>
                            <a:t>dog</a:t>
                          </a:r>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US" sz="1100" i="1" dirty="0" smtClean="0">
                                        <a:latin typeface="Cambria Math" panose="02040503050406030204" pitchFamily="18" charset="0"/>
                                      </a:rPr>
                                      <m:t>3</m:t>
                                    </m:r>
                                  </m:den>
                                </m:f>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dirty="0" smtClean="0">
                                    <a:latin typeface="Cambria Math" panose="02040503050406030204" pitchFamily="18" charset="0"/>
                                  </a:rPr>
                                  <m:t>0</m:t>
                                </m:r>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GB" sz="1100" b="0" i="1" dirty="0" smtClean="0">
                                        <a:latin typeface="Cambria Math" panose="02040503050406030204" pitchFamily="18" charset="0"/>
                                      </a:rPr>
                                      <m:t>4</m:t>
                                    </m:r>
                                  </m:den>
                                </m:f>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0.176</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3</m:t>
                                    </m:r>
                                  </m:den>
                                </m:f>
                                <m:r>
                                  <a:rPr lang="en-GB" sz="1100" b="0" i="1" smtClean="0">
                                    <a:latin typeface="Cambria Math" panose="02040503050406030204" pitchFamily="18" charset="0"/>
                                  </a:rPr>
                                  <m:t>∗0.176=0.0587</m:t>
                                </m:r>
                              </m:oMath>
                            </m:oMathPara>
                          </a14:m>
                          <a:endParaRPr lang="en-US" sz="1100" dirty="0"/>
                        </a:p>
                        <a:p>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dirty="0"/>
                            <a:t>0</a:t>
                          </a:r>
                          <a14:m>
                            <m:oMath xmlns:m="http://schemas.openxmlformats.org/officeDocument/2006/math">
                              <m:r>
                                <a:rPr lang="en-GB" sz="1100" b="0" i="1" smtClean="0">
                                  <a:latin typeface="Cambria Math" panose="02040503050406030204" pitchFamily="18" charset="0"/>
                                </a:rPr>
                                <m:t>∗0. 176=0</m:t>
                              </m:r>
                            </m:oMath>
                          </a14:m>
                          <a:endParaRPr lang="en-US" sz="1100" dirty="0"/>
                        </a:p>
                        <a:p>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4</m:t>
                                    </m:r>
                                  </m:den>
                                </m:f>
                                <m:r>
                                  <a:rPr lang="en-GB" sz="1100" b="0" i="1" smtClean="0">
                                    <a:latin typeface="Cambria Math" panose="02040503050406030204" pitchFamily="18" charset="0"/>
                                  </a:rPr>
                                  <m:t>∗0.176=0.044</m:t>
                                </m:r>
                              </m:oMath>
                            </m:oMathPara>
                          </a14:m>
                          <a:endParaRPr lang="en-US" sz="1100" dirty="0"/>
                        </a:p>
                        <a:p>
                          <a:endParaRPr lang="en-US" sz="1100" dirty="0"/>
                        </a:p>
                      </a:txBody>
                      <a:tcPr/>
                    </a:tc>
                    <a:extLst>
                      <a:ext uri="{0D108BD9-81ED-4DB2-BD59-A6C34878D82A}">
                        <a16:rowId xmlns:a16="http://schemas.microsoft.com/office/drawing/2014/main" val="2167153631"/>
                      </a:ext>
                    </a:extLst>
                  </a:tr>
                  <a:tr h="410739">
                    <a:tc>
                      <a:txBody>
                        <a:bodyPr/>
                        <a:lstStyle/>
                        <a:p>
                          <a:r>
                            <a:rPr lang="en-US" sz="1100" dirty="0"/>
                            <a:t>furry</a:t>
                          </a:r>
                        </a:p>
                      </a:txBody>
                      <a:tcPr/>
                    </a:tc>
                    <a:tc>
                      <a:txBody>
                        <a:bodyPr/>
                        <a:lstStyle/>
                        <a:p>
                          <a:pPr/>
                          <a14:m>
                            <m:oMathPara xmlns:m="http://schemas.openxmlformats.org/officeDocument/2006/math">
                              <m:oMathParaPr>
                                <m:jc m:val="centerGroup"/>
                              </m:oMathParaPr>
                              <m:oMath xmlns:m="http://schemas.openxmlformats.org/officeDocument/2006/math">
                                <m:r>
                                  <a:rPr lang="en-GB" sz="1100" b="0" i="1" dirty="0" smtClean="0">
                                    <a:latin typeface="Cambria Math" panose="02040503050406030204" pitchFamily="18" charset="0"/>
                                  </a:rPr>
                                  <m:t>0</m:t>
                                </m:r>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US" sz="1100" i="1" dirty="0" smtClean="0">
                                        <a:latin typeface="Cambria Math" panose="02040503050406030204" pitchFamily="18" charset="0"/>
                                      </a:rPr>
                                      <m:t>3</m:t>
                                    </m:r>
                                  </m:den>
                                </m:f>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r>
                                  <a:rPr lang="en-GB" sz="1100" b="0" i="1" dirty="0" smtClean="0">
                                    <a:latin typeface="Cambria Math" panose="02040503050406030204" pitchFamily="18" charset="0"/>
                                  </a:rPr>
                                  <m:t>0</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0.477</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dirty="0"/>
                            <a:t>0</a:t>
                          </a:r>
                          <a14:m>
                            <m:oMath xmlns:m="http://schemas.openxmlformats.org/officeDocument/2006/math">
                              <m:r>
                                <a:rPr lang="en-GB" sz="1100" b="0" i="1" smtClean="0">
                                  <a:latin typeface="Cambria Math" panose="02040503050406030204" pitchFamily="18" charset="0"/>
                                </a:rPr>
                                <m:t>∗0. 477=0</m:t>
                              </m:r>
                            </m:oMath>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3</m:t>
                                    </m:r>
                                  </m:den>
                                </m:f>
                                <m:r>
                                  <a:rPr lang="en-GB" sz="1100" b="0" i="1" smtClean="0">
                                    <a:latin typeface="Cambria Math" panose="02040503050406030204" pitchFamily="18" charset="0"/>
                                  </a:rPr>
                                  <m:t>∗0.477=0.159</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dirty="0"/>
                            <a:t>0</a:t>
                          </a:r>
                          <a14:m>
                            <m:oMath xmlns:m="http://schemas.openxmlformats.org/officeDocument/2006/math">
                              <m:r>
                                <a:rPr lang="en-GB" sz="1100" b="0" i="1" smtClean="0">
                                  <a:latin typeface="Cambria Math" panose="02040503050406030204" pitchFamily="18" charset="0"/>
                                </a:rPr>
                                <m:t>∗0. 477=0</m:t>
                              </m:r>
                            </m:oMath>
                          </a14:m>
                          <a:endParaRPr lang="en-US" sz="1100" dirty="0"/>
                        </a:p>
                        <a:p>
                          <a:endParaRPr lang="en-US" sz="1100" dirty="0"/>
                        </a:p>
                      </a:txBody>
                      <a:tcPr/>
                    </a:tc>
                    <a:extLst>
                      <a:ext uri="{0D108BD9-81ED-4DB2-BD59-A6C34878D82A}">
                        <a16:rowId xmlns:a16="http://schemas.microsoft.com/office/drawing/2014/main" val="2180590578"/>
                      </a:ext>
                    </a:extLst>
                  </a:tr>
                  <a:tr h="410739">
                    <a:tc>
                      <a:txBody>
                        <a:bodyPr/>
                        <a:lstStyle/>
                        <a:p>
                          <a:r>
                            <a:rPr lang="en-US" sz="1100" dirty="0"/>
                            <a:t>puppy</a:t>
                          </a:r>
                        </a:p>
                      </a:txBody>
                      <a:tcPr/>
                    </a:tc>
                    <a:tc>
                      <a:txBody>
                        <a:bodyPr/>
                        <a:lstStyle/>
                        <a:p>
                          <a:pPr/>
                          <a14:m>
                            <m:oMathPara xmlns:m="http://schemas.openxmlformats.org/officeDocument/2006/math">
                              <m:oMathParaPr>
                                <m:jc m:val="centerGroup"/>
                              </m:oMathParaPr>
                              <m:oMath xmlns:m="http://schemas.openxmlformats.org/officeDocument/2006/math">
                                <m:r>
                                  <a:rPr lang="en-GB" sz="1100" b="0" i="1" dirty="0" smtClean="0">
                                    <a:latin typeface="Cambria Math" panose="02040503050406030204" pitchFamily="18" charset="0"/>
                                  </a:rPr>
                                  <m:t>0</m:t>
                                </m:r>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US" sz="1100" i="1" dirty="0" smtClean="0">
                                        <a:latin typeface="Cambria Math" panose="02040503050406030204" pitchFamily="18" charset="0"/>
                                      </a:rPr>
                                      <m:t>3</m:t>
                                    </m:r>
                                  </m:den>
                                </m:f>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r>
                                  <a:rPr lang="en-GB" sz="1100" b="0" i="1" dirty="0" smtClean="0">
                                    <a:latin typeface="Cambria Math" panose="02040503050406030204" pitchFamily="18" charset="0"/>
                                  </a:rPr>
                                  <m:t>0</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0.477</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dirty="0"/>
                            <a:t>0</a:t>
                          </a:r>
                          <a14:m>
                            <m:oMath xmlns:m="http://schemas.openxmlformats.org/officeDocument/2006/math">
                              <m:r>
                                <a:rPr lang="en-GB" sz="1100" b="0" i="1" smtClean="0">
                                  <a:latin typeface="Cambria Math" panose="02040503050406030204" pitchFamily="18" charset="0"/>
                                </a:rPr>
                                <m:t>∗0. 477=0</m:t>
                              </m:r>
                            </m:oMath>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3</m:t>
                                    </m:r>
                                  </m:den>
                                </m:f>
                                <m:r>
                                  <a:rPr lang="en-GB" sz="1100" b="0" i="1" smtClean="0">
                                    <a:latin typeface="Cambria Math" panose="02040503050406030204" pitchFamily="18" charset="0"/>
                                  </a:rPr>
                                  <m:t>∗0.477=0.159</m:t>
                                </m:r>
                              </m:oMath>
                            </m:oMathPara>
                          </a14:m>
                          <a:endParaRPr lang="en-US" sz="1100" dirty="0"/>
                        </a:p>
                        <a:p>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dirty="0"/>
                            <a:t>0</a:t>
                          </a:r>
                          <a14:m>
                            <m:oMath xmlns:m="http://schemas.openxmlformats.org/officeDocument/2006/math">
                              <m:r>
                                <a:rPr lang="en-GB" sz="1100" b="0" i="1" smtClean="0">
                                  <a:latin typeface="Cambria Math" panose="02040503050406030204" pitchFamily="18" charset="0"/>
                                </a:rPr>
                                <m:t>∗0. 477=0</m:t>
                              </m:r>
                            </m:oMath>
                          </a14:m>
                          <a:endParaRPr lang="en-US" sz="1100" dirty="0"/>
                        </a:p>
                        <a:p>
                          <a:endParaRPr lang="en-US" sz="1100" dirty="0"/>
                        </a:p>
                      </a:txBody>
                      <a:tcPr/>
                    </a:tc>
                    <a:extLst>
                      <a:ext uri="{0D108BD9-81ED-4DB2-BD59-A6C34878D82A}">
                        <a16:rowId xmlns:a16="http://schemas.microsoft.com/office/drawing/2014/main" val="3991932283"/>
                      </a:ext>
                    </a:extLst>
                  </a:tr>
                  <a:tr h="410739">
                    <a:tc>
                      <a:txBody>
                        <a:bodyPr/>
                        <a:lstStyle/>
                        <a:p>
                          <a:r>
                            <a:rPr lang="en-US" sz="1100" dirty="0"/>
                            <a:t>is</a:t>
                          </a:r>
                        </a:p>
                      </a:txBody>
                      <a:tcPr/>
                    </a:tc>
                    <a:tc>
                      <a:txBody>
                        <a:bodyPr/>
                        <a:lstStyle/>
                        <a:p>
                          <a:pPr/>
                          <a14:m>
                            <m:oMathPara xmlns:m="http://schemas.openxmlformats.org/officeDocument/2006/math">
                              <m:oMathParaPr>
                                <m:jc m:val="centerGroup"/>
                              </m:oMathParaPr>
                              <m:oMath xmlns:m="http://schemas.openxmlformats.org/officeDocument/2006/math">
                                <m:r>
                                  <a:rPr lang="en-GB" sz="1100" b="0" i="1" dirty="0" smtClean="0">
                                    <a:latin typeface="Cambria Math" panose="02040503050406030204" pitchFamily="18" charset="0"/>
                                  </a:rPr>
                                  <m:t>0</m:t>
                                </m:r>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r>
                                  <a:rPr lang="en-GB" sz="1100" b="0" i="1" dirty="0" smtClean="0">
                                    <a:latin typeface="Cambria Math" panose="02040503050406030204" pitchFamily="18" charset="0"/>
                                  </a:rPr>
                                  <m:t>0</m:t>
                                </m:r>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100" i="1" dirty="0" smtClean="0">
                                        <a:latin typeface="Cambria Math" panose="02040503050406030204" pitchFamily="18" charset="0"/>
                                      </a:rPr>
                                    </m:ctrlPr>
                                  </m:fPr>
                                  <m:num>
                                    <m:r>
                                      <a:rPr lang="en-US" sz="1100" i="1" dirty="0" smtClean="0">
                                        <a:latin typeface="Cambria Math" panose="02040503050406030204" pitchFamily="18" charset="0"/>
                                      </a:rPr>
                                      <m:t>1</m:t>
                                    </m:r>
                                  </m:num>
                                  <m:den>
                                    <m:r>
                                      <a:rPr lang="en-GB" sz="1100" b="0" i="1" dirty="0" smtClean="0">
                                        <a:latin typeface="Cambria Math" panose="02040503050406030204" pitchFamily="18" charset="0"/>
                                      </a:rPr>
                                      <m:t>4</m:t>
                                    </m:r>
                                  </m:den>
                                </m:f>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0.477</m:t>
                                </m:r>
                              </m:oMath>
                            </m:oMathPara>
                          </a14:m>
                          <a:endParaRPr lang="en-US" sz="11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dirty="0"/>
                            <a:t>0</a:t>
                          </a:r>
                          <a14:m>
                            <m:oMath xmlns:m="http://schemas.openxmlformats.org/officeDocument/2006/math">
                              <m:r>
                                <a:rPr lang="en-GB" sz="1100" b="0" i="1" smtClean="0">
                                  <a:latin typeface="Cambria Math" panose="02040503050406030204" pitchFamily="18" charset="0"/>
                                </a:rPr>
                                <m:t>∗0. 477=0</m:t>
                              </m:r>
                            </m:oMath>
                          </a14:m>
                          <a:endParaRPr lang="en-US" sz="1100" dirty="0"/>
                        </a:p>
                        <a:p>
                          <a:endParaRPr lang="en-US" sz="1100" dirty="0"/>
                        </a:p>
                      </a:txBody>
                      <a:tcPr/>
                    </a:tc>
                    <a:tc>
                      <a:txBody>
                        <a:bodyPr/>
                        <a:lstStyle/>
                        <a:p>
                          <a:pPr/>
                          <a14:m>
                            <m:oMathPara xmlns:m="http://schemas.openxmlformats.org/officeDocument/2006/math">
                              <m:oMathParaPr>
                                <m:jc m:val="centerGroup"/>
                              </m:oMathParaPr>
                              <m:oMath xmlns:m="http://schemas.openxmlformats.org/officeDocument/2006/math">
                                <m:r>
                                  <a:rPr lang="en-GB" sz="1100" b="0" i="1" smtClean="0">
                                    <a:latin typeface="Cambria Math" panose="02040503050406030204" pitchFamily="18" charset="0"/>
                                  </a:rPr>
                                  <m:t>0∗0.477=0</m:t>
                                </m:r>
                              </m:oMath>
                            </m:oMathPara>
                          </a14:m>
                          <a:endParaRPr lang="en-US" sz="1100" dirty="0"/>
                        </a:p>
                      </a:txBody>
                      <a:tcPr/>
                    </a:tc>
                    <a:tc>
                      <a:txBody>
                        <a:bodyPr/>
                        <a:lstStyle/>
                        <a:p>
                          <a:pPr/>
                          <a14:m>
                            <m:oMathPara xmlns:m="http://schemas.openxmlformats.org/officeDocument/2006/math">
                              <m:oMathParaPr>
                                <m:jc m:val="centerGroup"/>
                              </m:oMathParaPr>
                              <m:oMath xmlns:m="http://schemas.openxmlformats.org/officeDocument/2006/math">
                                <m:f>
                                  <m:fPr>
                                    <m:ctrlPr>
                                      <a:rPr lang="en-GB" sz="1100" b="0" i="1" smtClean="0">
                                        <a:latin typeface="Cambria Math" panose="02040503050406030204" pitchFamily="18" charset="0"/>
                                      </a:rPr>
                                    </m:ctrlPr>
                                  </m:fPr>
                                  <m:num>
                                    <m:r>
                                      <a:rPr lang="en-GB" sz="1100" b="0" i="1" smtClean="0">
                                        <a:latin typeface="Cambria Math" panose="02040503050406030204" pitchFamily="18" charset="0"/>
                                      </a:rPr>
                                      <m:t>1</m:t>
                                    </m:r>
                                  </m:num>
                                  <m:den>
                                    <m:r>
                                      <a:rPr lang="en-GB" sz="1100" b="0" i="1" smtClean="0">
                                        <a:latin typeface="Cambria Math" panose="02040503050406030204" pitchFamily="18" charset="0"/>
                                      </a:rPr>
                                      <m:t>4</m:t>
                                    </m:r>
                                  </m:den>
                                </m:f>
                                <m:r>
                                  <a:rPr lang="en-GB" sz="1100" b="0" i="1" smtClean="0">
                                    <a:latin typeface="Cambria Math" panose="02040503050406030204" pitchFamily="18" charset="0"/>
                                  </a:rPr>
                                  <m:t>∗0.477=0.119</m:t>
                                </m:r>
                              </m:oMath>
                            </m:oMathPara>
                          </a14:m>
                          <a:endParaRPr lang="en-US" sz="1100" dirty="0"/>
                        </a:p>
                      </a:txBody>
                      <a:tcPr/>
                    </a:tc>
                    <a:extLst>
                      <a:ext uri="{0D108BD9-81ED-4DB2-BD59-A6C34878D82A}">
                        <a16:rowId xmlns:a16="http://schemas.microsoft.com/office/drawing/2014/main" val="957864113"/>
                      </a:ext>
                    </a:extLst>
                  </a:tr>
                </a:tbl>
              </a:graphicData>
            </a:graphic>
          </p:graphicFrame>
        </mc:Choice>
        <mc:Fallback xmlns="">
          <p:graphicFrame>
            <p:nvGraphicFramePr>
              <p:cNvPr id="8" name="Table 6">
                <a:extLst>
                  <a:ext uri="{FF2B5EF4-FFF2-40B4-BE49-F238E27FC236}">
                    <a16:creationId xmlns:a16="http://schemas.microsoft.com/office/drawing/2014/main" id="{A729D97E-FC05-67E6-4114-709BB1827C37}"/>
                  </a:ext>
                </a:extLst>
              </p:cNvPr>
              <p:cNvGraphicFramePr>
                <a:graphicFrameLocks noGrp="1"/>
              </p:cNvGraphicFramePr>
              <p:nvPr>
                <p:extLst>
                  <p:ext uri="{D42A27DB-BD31-4B8C-83A1-F6EECF244321}">
                    <p14:modId xmlns:p14="http://schemas.microsoft.com/office/powerpoint/2010/main" val="593713568"/>
                  </p:ext>
                </p:extLst>
              </p:nvPr>
            </p:nvGraphicFramePr>
            <p:xfrm>
              <a:off x="641170" y="815987"/>
              <a:ext cx="7861660" cy="3576320"/>
            </p:xfrm>
            <a:graphic>
              <a:graphicData uri="http://schemas.openxmlformats.org/drawingml/2006/table">
                <a:tbl>
                  <a:tblPr firstRow="1" bandRow="1">
                    <a:tableStyleId>{5940675A-B579-460E-94D1-54222C63F5DA}</a:tableStyleId>
                  </a:tblPr>
                  <a:tblGrid>
                    <a:gridCol w="982707">
                      <a:extLst>
                        <a:ext uri="{9D8B030D-6E8A-4147-A177-3AD203B41FA5}">
                          <a16:colId xmlns:a16="http://schemas.microsoft.com/office/drawing/2014/main" val="3754895568"/>
                        </a:ext>
                      </a:extLst>
                    </a:gridCol>
                    <a:gridCol w="689017">
                      <a:extLst>
                        <a:ext uri="{9D8B030D-6E8A-4147-A177-3AD203B41FA5}">
                          <a16:colId xmlns:a16="http://schemas.microsoft.com/office/drawing/2014/main" val="4139141006"/>
                        </a:ext>
                      </a:extLst>
                    </a:gridCol>
                    <a:gridCol w="602428">
                      <a:extLst>
                        <a:ext uri="{9D8B030D-6E8A-4147-A177-3AD203B41FA5}">
                          <a16:colId xmlns:a16="http://schemas.microsoft.com/office/drawing/2014/main" val="3283927437"/>
                        </a:ext>
                      </a:extLst>
                    </a:gridCol>
                    <a:gridCol w="645459">
                      <a:extLst>
                        <a:ext uri="{9D8B030D-6E8A-4147-A177-3AD203B41FA5}">
                          <a16:colId xmlns:a16="http://schemas.microsoft.com/office/drawing/2014/main" val="3793722783"/>
                        </a:ext>
                      </a:extLst>
                    </a:gridCol>
                    <a:gridCol w="914400">
                      <a:extLst>
                        <a:ext uri="{9D8B030D-6E8A-4147-A177-3AD203B41FA5}">
                          <a16:colId xmlns:a16="http://schemas.microsoft.com/office/drawing/2014/main" val="2435729160"/>
                        </a:ext>
                      </a:extLst>
                    </a:gridCol>
                    <a:gridCol w="1376979">
                      <a:extLst>
                        <a:ext uri="{9D8B030D-6E8A-4147-A177-3AD203B41FA5}">
                          <a16:colId xmlns:a16="http://schemas.microsoft.com/office/drawing/2014/main" val="2264760214"/>
                        </a:ext>
                      </a:extLst>
                    </a:gridCol>
                    <a:gridCol w="1290918">
                      <a:extLst>
                        <a:ext uri="{9D8B030D-6E8A-4147-A177-3AD203B41FA5}">
                          <a16:colId xmlns:a16="http://schemas.microsoft.com/office/drawing/2014/main" val="73527030"/>
                        </a:ext>
                      </a:extLst>
                    </a:gridCol>
                    <a:gridCol w="1359752">
                      <a:extLst>
                        <a:ext uri="{9D8B030D-6E8A-4147-A177-3AD203B41FA5}">
                          <a16:colId xmlns:a16="http://schemas.microsoft.com/office/drawing/2014/main" val="901043756"/>
                        </a:ext>
                      </a:extLst>
                    </a:gridCol>
                  </a:tblGrid>
                  <a:tr h="426720">
                    <a:tc>
                      <a:txBody>
                        <a:bodyPr/>
                        <a:lstStyle/>
                        <a:p>
                          <a:r>
                            <a:rPr lang="en-US" sz="1100" dirty="0"/>
                            <a:t>Words</a:t>
                          </a:r>
                        </a:p>
                      </a:txBody>
                      <a:tcPr/>
                    </a:tc>
                    <a:tc>
                      <a:txBody>
                        <a:bodyPr/>
                        <a:lstStyle/>
                        <a:p>
                          <a:r>
                            <a:rPr lang="en-US" sz="1100" dirty="0"/>
                            <a:t>Doc 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Doc 2</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Doc 3</a:t>
                          </a:r>
                        </a:p>
                      </a:txBody>
                      <a:tcPr/>
                    </a:tc>
                    <a:tc>
                      <a:txBody>
                        <a:bodyPr/>
                        <a:lstStyle/>
                        <a:p>
                          <a:r>
                            <a:rPr lang="en-US" sz="1100" dirty="0"/>
                            <a:t>IDF</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TF-IDF</a:t>
                          </a:r>
                        </a:p>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 (Doc 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TF-IDF (Doc 2)</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TF-IDF </a:t>
                          </a:r>
                        </a:p>
                        <a:p>
                          <a:pPr marL="0" marR="0" lvl="0" indent="0" algn="l" defTabSz="685800" rtl="0" eaLnBrk="1" fontAlgn="auto" latinLnBrk="0" hangingPunct="1">
                            <a:lnSpc>
                              <a:spcPct val="100000"/>
                            </a:lnSpc>
                            <a:spcBef>
                              <a:spcPts val="0"/>
                            </a:spcBef>
                            <a:spcAft>
                              <a:spcPts val="0"/>
                            </a:spcAft>
                            <a:buClrTx/>
                            <a:buSzTx/>
                            <a:buFontTx/>
                            <a:buNone/>
                            <a:tabLst/>
                            <a:defRPr/>
                          </a:pPr>
                          <a:r>
                            <a:rPr lang="en-US" sz="1100" dirty="0"/>
                            <a:t>(Doc 3)</a:t>
                          </a:r>
                        </a:p>
                      </a:txBody>
                      <a:tcPr/>
                    </a:tc>
                    <a:extLst>
                      <a:ext uri="{0D108BD9-81ED-4DB2-BD59-A6C34878D82A}">
                        <a16:rowId xmlns:a16="http://schemas.microsoft.com/office/drawing/2014/main" val="1917386849"/>
                      </a:ext>
                    </a:extLst>
                  </a:tr>
                  <a:tr h="574040">
                    <a:tc>
                      <a:txBody>
                        <a:bodyPr/>
                        <a:lstStyle/>
                        <a:p>
                          <a:r>
                            <a:rPr lang="en-US" sz="1100" dirty="0"/>
                            <a:t>the</a:t>
                          </a:r>
                        </a:p>
                      </a:txBody>
                      <a:tcPr/>
                    </a:tc>
                    <a:tc>
                      <a:txBody>
                        <a:bodyPr/>
                        <a:lstStyle/>
                        <a:p>
                          <a:endParaRPr lang="en-US"/>
                        </a:p>
                      </a:txBody>
                      <a:tcPr>
                        <a:blipFill>
                          <a:blip r:embed="rId3"/>
                          <a:stretch>
                            <a:fillRect l="-143363" t="-74737" r="-900885" b="-447368"/>
                          </a:stretch>
                        </a:blipFill>
                      </a:tcPr>
                    </a:tc>
                    <a:tc>
                      <a:txBody>
                        <a:bodyPr/>
                        <a:lstStyle/>
                        <a:p>
                          <a:endParaRPr lang="en-US"/>
                        </a:p>
                      </a:txBody>
                      <a:tcPr>
                        <a:blipFill>
                          <a:blip r:embed="rId3"/>
                          <a:stretch>
                            <a:fillRect l="-277778" t="-74737" r="-928283" b="-447368"/>
                          </a:stretch>
                        </a:blipFill>
                      </a:tcPr>
                    </a:tc>
                    <a:tc>
                      <a:txBody>
                        <a:bodyPr/>
                        <a:lstStyle/>
                        <a:p>
                          <a:endParaRPr lang="en-US"/>
                        </a:p>
                      </a:txBody>
                      <a:tcPr>
                        <a:blipFill>
                          <a:blip r:embed="rId3"/>
                          <a:stretch>
                            <a:fillRect l="-352830" t="-74737" r="-766981" b="-447368"/>
                          </a:stretch>
                        </a:blipFill>
                      </a:tcPr>
                    </a:tc>
                    <a:tc>
                      <a:txBody>
                        <a:bodyPr/>
                        <a:lstStyle/>
                        <a:p>
                          <a:endParaRPr lang="en-US"/>
                        </a:p>
                      </a:txBody>
                      <a:tcPr>
                        <a:blipFill>
                          <a:blip r:embed="rId3"/>
                          <a:stretch>
                            <a:fillRect l="-320000" t="-74737" r="-442000" b="-447368"/>
                          </a:stretch>
                        </a:blipFill>
                      </a:tcPr>
                    </a:tc>
                    <a:tc>
                      <a:txBody>
                        <a:bodyPr/>
                        <a:lstStyle/>
                        <a:p>
                          <a:endParaRPr lang="en-US"/>
                        </a:p>
                      </a:txBody>
                      <a:tcPr>
                        <a:blipFill>
                          <a:blip r:embed="rId3"/>
                          <a:stretch>
                            <a:fillRect l="-278761" t="-74737" r="-193363" b="-447368"/>
                          </a:stretch>
                        </a:blipFill>
                      </a:tcPr>
                    </a:tc>
                    <a:tc>
                      <a:txBody>
                        <a:bodyPr/>
                        <a:lstStyle/>
                        <a:p>
                          <a:endParaRPr lang="en-US"/>
                        </a:p>
                      </a:txBody>
                      <a:tcPr>
                        <a:blipFill>
                          <a:blip r:embed="rId3"/>
                          <a:stretch>
                            <a:fillRect l="-403774" t="-74737" r="-106132" b="-447368"/>
                          </a:stretch>
                        </a:blipFill>
                      </a:tcPr>
                    </a:tc>
                    <a:tc>
                      <a:txBody>
                        <a:bodyPr/>
                        <a:lstStyle/>
                        <a:p>
                          <a:endParaRPr lang="en-US"/>
                        </a:p>
                      </a:txBody>
                      <a:tcPr>
                        <a:blipFill>
                          <a:blip r:embed="rId3"/>
                          <a:stretch>
                            <a:fillRect l="-478924" t="-74737" r="-897" b="-447368"/>
                          </a:stretch>
                        </a:blipFill>
                      </a:tcPr>
                    </a:tc>
                    <a:extLst>
                      <a:ext uri="{0D108BD9-81ED-4DB2-BD59-A6C34878D82A}">
                        <a16:rowId xmlns:a16="http://schemas.microsoft.com/office/drawing/2014/main" val="1694342823"/>
                      </a:ext>
                    </a:extLst>
                  </a:tr>
                  <a:tr h="574040">
                    <a:tc>
                      <a:txBody>
                        <a:bodyPr/>
                        <a:lstStyle/>
                        <a:p>
                          <a:r>
                            <a:rPr lang="en-US" sz="1100" dirty="0"/>
                            <a:t>lovely</a:t>
                          </a:r>
                        </a:p>
                      </a:txBody>
                      <a:tcPr/>
                    </a:tc>
                    <a:tc>
                      <a:txBody>
                        <a:bodyPr/>
                        <a:lstStyle/>
                        <a:p>
                          <a:endParaRPr lang="en-US"/>
                        </a:p>
                      </a:txBody>
                      <a:tcPr>
                        <a:blipFill>
                          <a:blip r:embed="rId3"/>
                          <a:stretch>
                            <a:fillRect l="-143363" t="-176596" r="-900885" b="-352128"/>
                          </a:stretch>
                        </a:blipFill>
                      </a:tcPr>
                    </a:tc>
                    <a:tc>
                      <a:txBody>
                        <a:bodyPr/>
                        <a:lstStyle/>
                        <a:p>
                          <a:endParaRPr lang="en-US"/>
                        </a:p>
                      </a:txBody>
                      <a:tcPr>
                        <a:blipFill>
                          <a:blip r:embed="rId3"/>
                          <a:stretch>
                            <a:fillRect l="-277778" t="-176596" r="-928283" b="-352128"/>
                          </a:stretch>
                        </a:blipFill>
                      </a:tcPr>
                    </a:tc>
                    <a:tc>
                      <a:txBody>
                        <a:bodyPr/>
                        <a:lstStyle/>
                        <a:p>
                          <a:endParaRPr lang="en-US"/>
                        </a:p>
                      </a:txBody>
                      <a:tcPr>
                        <a:blipFill>
                          <a:blip r:embed="rId3"/>
                          <a:stretch>
                            <a:fillRect l="-352830" t="-176596" r="-766981" b="-352128"/>
                          </a:stretch>
                        </a:blipFill>
                      </a:tcPr>
                    </a:tc>
                    <a:tc>
                      <a:txBody>
                        <a:bodyPr/>
                        <a:lstStyle/>
                        <a:p>
                          <a:endParaRPr lang="en-US"/>
                        </a:p>
                      </a:txBody>
                      <a:tcPr>
                        <a:blipFill>
                          <a:blip r:embed="rId3"/>
                          <a:stretch>
                            <a:fillRect l="-320000" t="-176596" r="-442000" b="-352128"/>
                          </a:stretch>
                        </a:blipFill>
                      </a:tcPr>
                    </a:tc>
                    <a:tc>
                      <a:txBody>
                        <a:bodyPr/>
                        <a:lstStyle/>
                        <a:p>
                          <a:endParaRPr lang="en-US"/>
                        </a:p>
                      </a:txBody>
                      <a:tcPr>
                        <a:blipFill>
                          <a:blip r:embed="rId3"/>
                          <a:stretch>
                            <a:fillRect l="-278761" t="-176596" r="-193363" b="-352128"/>
                          </a:stretch>
                        </a:blipFill>
                      </a:tcPr>
                    </a:tc>
                    <a:tc>
                      <a:txBody>
                        <a:bodyPr/>
                        <a:lstStyle/>
                        <a:p>
                          <a:endParaRPr lang="en-US"/>
                        </a:p>
                      </a:txBody>
                      <a:tcPr>
                        <a:blipFill>
                          <a:blip r:embed="rId3"/>
                          <a:stretch>
                            <a:fillRect l="-403774" t="-176596" r="-106132" b="-352128"/>
                          </a:stretch>
                        </a:blipFill>
                      </a:tcPr>
                    </a:tc>
                    <a:tc>
                      <a:txBody>
                        <a:bodyPr/>
                        <a:lstStyle/>
                        <a:p>
                          <a:endParaRPr lang="en-US"/>
                        </a:p>
                      </a:txBody>
                      <a:tcPr>
                        <a:blipFill>
                          <a:blip r:embed="rId3"/>
                          <a:stretch>
                            <a:fillRect l="-478924" t="-176596" r="-897" b="-352128"/>
                          </a:stretch>
                        </a:blipFill>
                      </a:tcPr>
                    </a:tc>
                    <a:extLst>
                      <a:ext uri="{0D108BD9-81ED-4DB2-BD59-A6C34878D82A}">
                        <a16:rowId xmlns:a16="http://schemas.microsoft.com/office/drawing/2014/main" val="3764595255"/>
                      </a:ext>
                    </a:extLst>
                  </a:tr>
                  <a:tr h="574040">
                    <a:tc>
                      <a:txBody>
                        <a:bodyPr/>
                        <a:lstStyle/>
                        <a:p>
                          <a:r>
                            <a:rPr lang="en-US" sz="1100" dirty="0"/>
                            <a:t>dog</a:t>
                          </a:r>
                        </a:p>
                      </a:txBody>
                      <a:tcPr/>
                    </a:tc>
                    <a:tc>
                      <a:txBody>
                        <a:bodyPr/>
                        <a:lstStyle/>
                        <a:p>
                          <a:endParaRPr lang="en-US"/>
                        </a:p>
                      </a:txBody>
                      <a:tcPr>
                        <a:blipFill>
                          <a:blip r:embed="rId3"/>
                          <a:stretch>
                            <a:fillRect l="-143363" t="-276596" r="-900885" b="-252128"/>
                          </a:stretch>
                        </a:blipFill>
                      </a:tcPr>
                    </a:tc>
                    <a:tc>
                      <a:txBody>
                        <a:bodyPr/>
                        <a:lstStyle/>
                        <a:p>
                          <a:endParaRPr lang="en-US"/>
                        </a:p>
                      </a:txBody>
                      <a:tcPr>
                        <a:blipFill>
                          <a:blip r:embed="rId3"/>
                          <a:stretch>
                            <a:fillRect l="-277778" t="-276596" r="-928283" b="-252128"/>
                          </a:stretch>
                        </a:blipFill>
                      </a:tcPr>
                    </a:tc>
                    <a:tc>
                      <a:txBody>
                        <a:bodyPr/>
                        <a:lstStyle/>
                        <a:p>
                          <a:endParaRPr lang="en-US"/>
                        </a:p>
                      </a:txBody>
                      <a:tcPr>
                        <a:blipFill>
                          <a:blip r:embed="rId3"/>
                          <a:stretch>
                            <a:fillRect l="-352830" t="-276596" r="-766981" b="-252128"/>
                          </a:stretch>
                        </a:blipFill>
                      </a:tcPr>
                    </a:tc>
                    <a:tc>
                      <a:txBody>
                        <a:bodyPr/>
                        <a:lstStyle/>
                        <a:p>
                          <a:endParaRPr lang="en-US"/>
                        </a:p>
                      </a:txBody>
                      <a:tcPr>
                        <a:blipFill>
                          <a:blip r:embed="rId3"/>
                          <a:stretch>
                            <a:fillRect l="-320000" t="-276596" r="-442000" b="-252128"/>
                          </a:stretch>
                        </a:blipFill>
                      </a:tcPr>
                    </a:tc>
                    <a:tc>
                      <a:txBody>
                        <a:bodyPr/>
                        <a:lstStyle/>
                        <a:p>
                          <a:endParaRPr lang="en-US"/>
                        </a:p>
                      </a:txBody>
                      <a:tcPr>
                        <a:blipFill>
                          <a:blip r:embed="rId3"/>
                          <a:stretch>
                            <a:fillRect l="-278761" t="-276596" r="-193363" b="-252128"/>
                          </a:stretch>
                        </a:blipFill>
                      </a:tcPr>
                    </a:tc>
                    <a:tc>
                      <a:txBody>
                        <a:bodyPr/>
                        <a:lstStyle/>
                        <a:p>
                          <a:endParaRPr lang="en-US"/>
                        </a:p>
                      </a:txBody>
                      <a:tcPr>
                        <a:blipFill>
                          <a:blip r:embed="rId3"/>
                          <a:stretch>
                            <a:fillRect l="-403774" t="-276596" r="-106132" b="-252128"/>
                          </a:stretch>
                        </a:blipFill>
                      </a:tcPr>
                    </a:tc>
                    <a:tc>
                      <a:txBody>
                        <a:bodyPr/>
                        <a:lstStyle/>
                        <a:p>
                          <a:endParaRPr lang="en-US"/>
                        </a:p>
                      </a:txBody>
                      <a:tcPr>
                        <a:blipFill>
                          <a:blip r:embed="rId3"/>
                          <a:stretch>
                            <a:fillRect l="-478924" t="-276596" r="-897" b="-252128"/>
                          </a:stretch>
                        </a:blipFill>
                      </a:tcPr>
                    </a:tc>
                    <a:extLst>
                      <a:ext uri="{0D108BD9-81ED-4DB2-BD59-A6C34878D82A}">
                        <a16:rowId xmlns:a16="http://schemas.microsoft.com/office/drawing/2014/main" val="2167153631"/>
                      </a:ext>
                    </a:extLst>
                  </a:tr>
                  <a:tr h="426720">
                    <a:tc>
                      <a:txBody>
                        <a:bodyPr/>
                        <a:lstStyle/>
                        <a:p>
                          <a:r>
                            <a:rPr lang="en-US" sz="1100" dirty="0"/>
                            <a:t>furry</a:t>
                          </a:r>
                        </a:p>
                      </a:txBody>
                      <a:tcPr/>
                    </a:tc>
                    <a:tc>
                      <a:txBody>
                        <a:bodyPr/>
                        <a:lstStyle/>
                        <a:p>
                          <a:endParaRPr lang="en-US"/>
                        </a:p>
                      </a:txBody>
                      <a:tcPr>
                        <a:blipFill>
                          <a:blip r:embed="rId3"/>
                          <a:stretch>
                            <a:fillRect l="-143363" t="-505714" r="-900885" b="-238571"/>
                          </a:stretch>
                        </a:blipFill>
                      </a:tcPr>
                    </a:tc>
                    <a:tc>
                      <a:txBody>
                        <a:bodyPr/>
                        <a:lstStyle/>
                        <a:p>
                          <a:endParaRPr lang="en-US"/>
                        </a:p>
                      </a:txBody>
                      <a:tcPr>
                        <a:blipFill>
                          <a:blip r:embed="rId3"/>
                          <a:stretch>
                            <a:fillRect l="-277778" t="-505714" r="-928283" b="-238571"/>
                          </a:stretch>
                        </a:blipFill>
                      </a:tcPr>
                    </a:tc>
                    <a:tc>
                      <a:txBody>
                        <a:bodyPr/>
                        <a:lstStyle/>
                        <a:p>
                          <a:endParaRPr lang="en-US"/>
                        </a:p>
                      </a:txBody>
                      <a:tcPr>
                        <a:blipFill>
                          <a:blip r:embed="rId3"/>
                          <a:stretch>
                            <a:fillRect l="-352830" t="-505714" r="-766981" b="-238571"/>
                          </a:stretch>
                        </a:blipFill>
                      </a:tcPr>
                    </a:tc>
                    <a:tc>
                      <a:txBody>
                        <a:bodyPr/>
                        <a:lstStyle/>
                        <a:p>
                          <a:endParaRPr lang="en-US"/>
                        </a:p>
                      </a:txBody>
                      <a:tcPr>
                        <a:blipFill>
                          <a:blip r:embed="rId3"/>
                          <a:stretch>
                            <a:fillRect l="-320000" t="-505714" r="-442000" b="-238571"/>
                          </a:stretch>
                        </a:blipFill>
                      </a:tcPr>
                    </a:tc>
                    <a:tc>
                      <a:txBody>
                        <a:bodyPr/>
                        <a:lstStyle/>
                        <a:p>
                          <a:endParaRPr lang="en-US"/>
                        </a:p>
                      </a:txBody>
                      <a:tcPr>
                        <a:blipFill>
                          <a:blip r:embed="rId3"/>
                          <a:stretch>
                            <a:fillRect l="-278761" t="-505714" r="-193363" b="-238571"/>
                          </a:stretch>
                        </a:blipFill>
                      </a:tcPr>
                    </a:tc>
                    <a:tc>
                      <a:txBody>
                        <a:bodyPr/>
                        <a:lstStyle/>
                        <a:p>
                          <a:endParaRPr lang="en-US"/>
                        </a:p>
                      </a:txBody>
                      <a:tcPr>
                        <a:blipFill>
                          <a:blip r:embed="rId3"/>
                          <a:stretch>
                            <a:fillRect l="-403774" t="-505714" r="-106132" b="-238571"/>
                          </a:stretch>
                        </a:blipFill>
                      </a:tcPr>
                    </a:tc>
                    <a:tc>
                      <a:txBody>
                        <a:bodyPr/>
                        <a:lstStyle/>
                        <a:p>
                          <a:endParaRPr lang="en-US"/>
                        </a:p>
                      </a:txBody>
                      <a:tcPr>
                        <a:blipFill>
                          <a:blip r:embed="rId3"/>
                          <a:stretch>
                            <a:fillRect l="-478924" t="-505714" r="-897" b="-238571"/>
                          </a:stretch>
                        </a:blipFill>
                      </a:tcPr>
                    </a:tc>
                    <a:extLst>
                      <a:ext uri="{0D108BD9-81ED-4DB2-BD59-A6C34878D82A}">
                        <a16:rowId xmlns:a16="http://schemas.microsoft.com/office/drawing/2014/main" val="2180590578"/>
                      </a:ext>
                    </a:extLst>
                  </a:tr>
                  <a:tr h="574040">
                    <a:tc>
                      <a:txBody>
                        <a:bodyPr/>
                        <a:lstStyle/>
                        <a:p>
                          <a:r>
                            <a:rPr lang="en-US" sz="1100" dirty="0"/>
                            <a:t>puppy</a:t>
                          </a:r>
                        </a:p>
                      </a:txBody>
                      <a:tcPr/>
                    </a:tc>
                    <a:tc>
                      <a:txBody>
                        <a:bodyPr/>
                        <a:lstStyle/>
                        <a:p>
                          <a:endParaRPr lang="en-US"/>
                        </a:p>
                      </a:txBody>
                      <a:tcPr>
                        <a:blipFill>
                          <a:blip r:embed="rId3"/>
                          <a:stretch>
                            <a:fillRect l="-143363" t="-446316" r="-900885" b="-75789"/>
                          </a:stretch>
                        </a:blipFill>
                      </a:tcPr>
                    </a:tc>
                    <a:tc>
                      <a:txBody>
                        <a:bodyPr/>
                        <a:lstStyle/>
                        <a:p>
                          <a:endParaRPr lang="en-US"/>
                        </a:p>
                      </a:txBody>
                      <a:tcPr>
                        <a:blipFill>
                          <a:blip r:embed="rId3"/>
                          <a:stretch>
                            <a:fillRect l="-277778" t="-446316" r="-928283" b="-75789"/>
                          </a:stretch>
                        </a:blipFill>
                      </a:tcPr>
                    </a:tc>
                    <a:tc>
                      <a:txBody>
                        <a:bodyPr/>
                        <a:lstStyle/>
                        <a:p>
                          <a:endParaRPr lang="en-US"/>
                        </a:p>
                      </a:txBody>
                      <a:tcPr>
                        <a:blipFill>
                          <a:blip r:embed="rId3"/>
                          <a:stretch>
                            <a:fillRect l="-352830" t="-446316" r="-766981" b="-75789"/>
                          </a:stretch>
                        </a:blipFill>
                      </a:tcPr>
                    </a:tc>
                    <a:tc>
                      <a:txBody>
                        <a:bodyPr/>
                        <a:lstStyle/>
                        <a:p>
                          <a:endParaRPr lang="en-US"/>
                        </a:p>
                      </a:txBody>
                      <a:tcPr>
                        <a:blipFill>
                          <a:blip r:embed="rId3"/>
                          <a:stretch>
                            <a:fillRect l="-320000" t="-446316" r="-442000" b="-75789"/>
                          </a:stretch>
                        </a:blipFill>
                      </a:tcPr>
                    </a:tc>
                    <a:tc>
                      <a:txBody>
                        <a:bodyPr/>
                        <a:lstStyle/>
                        <a:p>
                          <a:endParaRPr lang="en-US"/>
                        </a:p>
                      </a:txBody>
                      <a:tcPr>
                        <a:blipFill>
                          <a:blip r:embed="rId3"/>
                          <a:stretch>
                            <a:fillRect l="-278761" t="-446316" r="-193363" b="-75789"/>
                          </a:stretch>
                        </a:blipFill>
                      </a:tcPr>
                    </a:tc>
                    <a:tc>
                      <a:txBody>
                        <a:bodyPr/>
                        <a:lstStyle/>
                        <a:p>
                          <a:endParaRPr lang="en-US"/>
                        </a:p>
                      </a:txBody>
                      <a:tcPr>
                        <a:blipFill>
                          <a:blip r:embed="rId3"/>
                          <a:stretch>
                            <a:fillRect l="-403774" t="-446316" r="-106132" b="-75789"/>
                          </a:stretch>
                        </a:blipFill>
                      </a:tcPr>
                    </a:tc>
                    <a:tc>
                      <a:txBody>
                        <a:bodyPr/>
                        <a:lstStyle/>
                        <a:p>
                          <a:endParaRPr lang="en-US"/>
                        </a:p>
                      </a:txBody>
                      <a:tcPr>
                        <a:blipFill>
                          <a:blip r:embed="rId3"/>
                          <a:stretch>
                            <a:fillRect l="-478924" t="-446316" r="-897" b="-75789"/>
                          </a:stretch>
                        </a:blipFill>
                      </a:tcPr>
                    </a:tc>
                    <a:extLst>
                      <a:ext uri="{0D108BD9-81ED-4DB2-BD59-A6C34878D82A}">
                        <a16:rowId xmlns:a16="http://schemas.microsoft.com/office/drawing/2014/main" val="3991932283"/>
                      </a:ext>
                    </a:extLst>
                  </a:tr>
                  <a:tr h="426720">
                    <a:tc>
                      <a:txBody>
                        <a:bodyPr/>
                        <a:lstStyle/>
                        <a:p>
                          <a:r>
                            <a:rPr lang="en-US" sz="1100" dirty="0"/>
                            <a:t>is</a:t>
                          </a:r>
                        </a:p>
                      </a:txBody>
                      <a:tcPr/>
                    </a:tc>
                    <a:tc>
                      <a:txBody>
                        <a:bodyPr/>
                        <a:lstStyle/>
                        <a:p>
                          <a:endParaRPr lang="en-US"/>
                        </a:p>
                      </a:txBody>
                      <a:tcPr>
                        <a:blipFill>
                          <a:blip r:embed="rId3"/>
                          <a:stretch>
                            <a:fillRect l="-143363" t="-741429" r="-900885" b="-2857"/>
                          </a:stretch>
                        </a:blipFill>
                      </a:tcPr>
                    </a:tc>
                    <a:tc>
                      <a:txBody>
                        <a:bodyPr/>
                        <a:lstStyle/>
                        <a:p>
                          <a:endParaRPr lang="en-US"/>
                        </a:p>
                      </a:txBody>
                      <a:tcPr>
                        <a:blipFill>
                          <a:blip r:embed="rId3"/>
                          <a:stretch>
                            <a:fillRect l="-277778" t="-741429" r="-928283" b="-2857"/>
                          </a:stretch>
                        </a:blipFill>
                      </a:tcPr>
                    </a:tc>
                    <a:tc>
                      <a:txBody>
                        <a:bodyPr/>
                        <a:lstStyle/>
                        <a:p>
                          <a:endParaRPr lang="en-US"/>
                        </a:p>
                      </a:txBody>
                      <a:tcPr>
                        <a:blipFill>
                          <a:blip r:embed="rId3"/>
                          <a:stretch>
                            <a:fillRect l="-352830" t="-741429" r="-766981" b="-2857"/>
                          </a:stretch>
                        </a:blipFill>
                      </a:tcPr>
                    </a:tc>
                    <a:tc>
                      <a:txBody>
                        <a:bodyPr/>
                        <a:lstStyle/>
                        <a:p>
                          <a:endParaRPr lang="en-US"/>
                        </a:p>
                      </a:txBody>
                      <a:tcPr>
                        <a:blipFill>
                          <a:blip r:embed="rId3"/>
                          <a:stretch>
                            <a:fillRect l="-320000" t="-741429" r="-442000" b="-2857"/>
                          </a:stretch>
                        </a:blipFill>
                      </a:tcPr>
                    </a:tc>
                    <a:tc>
                      <a:txBody>
                        <a:bodyPr/>
                        <a:lstStyle/>
                        <a:p>
                          <a:endParaRPr lang="en-US"/>
                        </a:p>
                      </a:txBody>
                      <a:tcPr>
                        <a:blipFill>
                          <a:blip r:embed="rId3"/>
                          <a:stretch>
                            <a:fillRect l="-278761" t="-741429" r="-193363" b="-2857"/>
                          </a:stretch>
                        </a:blipFill>
                      </a:tcPr>
                    </a:tc>
                    <a:tc>
                      <a:txBody>
                        <a:bodyPr/>
                        <a:lstStyle/>
                        <a:p>
                          <a:endParaRPr lang="en-US"/>
                        </a:p>
                      </a:txBody>
                      <a:tcPr>
                        <a:blipFill>
                          <a:blip r:embed="rId3"/>
                          <a:stretch>
                            <a:fillRect l="-403774" t="-741429" r="-106132" b="-2857"/>
                          </a:stretch>
                        </a:blipFill>
                      </a:tcPr>
                    </a:tc>
                    <a:tc>
                      <a:txBody>
                        <a:bodyPr/>
                        <a:lstStyle/>
                        <a:p>
                          <a:endParaRPr lang="en-US"/>
                        </a:p>
                      </a:txBody>
                      <a:tcPr>
                        <a:blipFill>
                          <a:blip r:embed="rId3"/>
                          <a:stretch>
                            <a:fillRect l="-478924" t="-741429" r="-897" b="-2857"/>
                          </a:stretch>
                        </a:blipFill>
                      </a:tcPr>
                    </a:tc>
                    <a:extLst>
                      <a:ext uri="{0D108BD9-81ED-4DB2-BD59-A6C34878D82A}">
                        <a16:rowId xmlns:a16="http://schemas.microsoft.com/office/drawing/2014/main" val="957864113"/>
                      </a:ext>
                    </a:extLst>
                  </a:tr>
                </a:tbl>
              </a:graphicData>
            </a:graphic>
          </p:graphicFrame>
        </mc:Fallback>
      </mc:AlternateContent>
      <p:sp>
        <p:nvSpPr>
          <p:cNvPr id="3" name="TextBox 2">
            <a:extLst>
              <a:ext uri="{FF2B5EF4-FFF2-40B4-BE49-F238E27FC236}">
                <a16:creationId xmlns:a16="http://schemas.microsoft.com/office/drawing/2014/main" id="{DC12C819-F032-B9DF-C05E-E1223AB97BFB}"/>
              </a:ext>
            </a:extLst>
          </p:cNvPr>
          <p:cNvSpPr txBox="1"/>
          <p:nvPr/>
        </p:nvSpPr>
        <p:spPr>
          <a:xfrm>
            <a:off x="3829617" y="427903"/>
            <a:ext cx="1484765" cy="300082"/>
          </a:xfrm>
          <a:prstGeom prst="rect">
            <a:avLst/>
          </a:prstGeom>
          <a:noFill/>
        </p:spPr>
        <p:txBody>
          <a:bodyPr wrap="none" rtlCol="0">
            <a:spAutoFit/>
          </a:bodyPr>
          <a:lstStyle/>
          <a:p>
            <a:r>
              <a:rPr lang="en-US" dirty="0"/>
              <a:t>TF-IDF = TF*IDF</a:t>
            </a:r>
          </a:p>
        </p:txBody>
      </p:sp>
    </p:spTree>
    <p:extLst>
      <p:ext uri="{BB962C8B-B14F-4D97-AF65-F5344CB8AC3E}">
        <p14:creationId xmlns:p14="http://schemas.microsoft.com/office/powerpoint/2010/main" val="196279912"/>
      </p:ext>
    </p:extLst>
  </p:cSld>
  <p:clrMapOvr>
    <a:masterClrMapping/>
  </p:clrMapOvr>
  <mc:AlternateContent xmlns:mc="http://schemas.openxmlformats.org/markup-compatibility/2006" xmlns:p14="http://schemas.microsoft.com/office/powerpoint/2010/main">
    <mc:Choice Requires="p14">
      <p:transition spd="slow" p14:dur="2000" advTm="137"/>
    </mc:Choice>
    <mc:Fallback xmlns="">
      <p:transition spd="slow" advTm="1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725-05D2-709F-77C3-FF42850B5654}"/>
              </a:ext>
            </a:extLst>
          </p:cNvPr>
          <p:cNvSpPr>
            <a:spLocks noGrp="1"/>
          </p:cNvSpPr>
          <p:nvPr>
            <p:ph type="title"/>
          </p:nvPr>
        </p:nvSpPr>
        <p:spPr>
          <a:xfrm>
            <a:off x="370800" y="-7144"/>
            <a:ext cx="8402400" cy="647127"/>
          </a:xfrm>
        </p:spPr>
        <p:txBody>
          <a:bodyPr/>
          <a:lstStyle/>
          <a:p>
            <a:r>
              <a:rPr lang="en-US" sz="2800" dirty="0"/>
              <a:t>TF-IDF </a:t>
            </a:r>
            <a:r>
              <a:rPr lang="en-GB" sz="2800" i="0" dirty="0">
                <a:solidFill>
                  <a:srgbClr val="202124"/>
                </a:solidFill>
                <a:effectLst/>
              </a:rPr>
              <a:t>vectorization</a:t>
            </a:r>
            <a:endParaRPr lang="en-US" sz="2800" dirty="0"/>
          </a:p>
        </p:txBody>
      </p:sp>
      <p:sp>
        <p:nvSpPr>
          <p:cNvPr id="4" name="TextBox 3">
            <a:extLst>
              <a:ext uri="{FF2B5EF4-FFF2-40B4-BE49-F238E27FC236}">
                <a16:creationId xmlns:a16="http://schemas.microsoft.com/office/drawing/2014/main" id="{7E89DC0E-B8FC-2CAA-1575-3EF32B122D94}"/>
              </a:ext>
            </a:extLst>
          </p:cNvPr>
          <p:cNvSpPr txBox="1"/>
          <p:nvPr/>
        </p:nvSpPr>
        <p:spPr>
          <a:xfrm>
            <a:off x="3245800" y="2873162"/>
            <a:ext cx="2652398" cy="1569660"/>
          </a:xfrm>
          <a:prstGeom prst="rect">
            <a:avLst/>
          </a:prstGeom>
          <a:noFill/>
        </p:spPr>
        <p:txBody>
          <a:bodyPr wrap="square" rtlCol="0">
            <a:spAutoFit/>
          </a:bodyPr>
          <a:lstStyle/>
          <a:p>
            <a:pPr>
              <a:buFont typeface="Arial" panose="020B0604020202020204" pitchFamily="34" charset="0"/>
              <a:buChar char="•"/>
            </a:pPr>
            <a:r>
              <a:rPr lang="en-GB" sz="1600" dirty="0"/>
              <a:t>Doc 1: “</a:t>
            </a:r>
            <a:r>
              <a:rPr lang="en-GB" sz="1600" dirty="0">
                <a:effectLst/>
              </a:rPr>
              <a:t>the lovely dog”</a:t>
            </a:r>
          </a:p>
          <a:p>
            <a:r>
              <a:rPr lang="en-GB" sz="1600" dirty="0"/>
              <a:t>[0 0.0587 0.0587 0 0 0]</a:t>
            </a:r>
            <a:r>
              <a:rPr lang="en-GB" sz="1600" dirty="0">
                <a:effectLst/>
              </a:rPr>
              <a:t> </a:t>
            </a:r>
          </a:p>
          <a:p>
            <a:pPr>
              <a:buFont typeface="Arial" panose="020B0604020202020204" pitchFamily="34" charset="0"/>
              <a:buChar char="•"/>
            </a:pPr>
            <a:r>
              <a:rPr lang="en-GB" sz="1600" dirty="0">
                <a:effectLst/>
              </a:rPr>
              <a:t>Doc 2: “the furry puppy”</a:t>
            </a:r>
          </a:p>
          <a:p>
            <a:r>
              <a:rPr lang="en-GB" sz="1600" dirty="0"/>
              <a:t>[0 0 0 0.159 0.159 0]</a:t>
            </a:r>
            <a:endParaRPr lang="en-GB" sz="1600" dirty="0">
              <a:effectLst/>
            </a:endParaRPr>
          </a:p>
          <a:p>
            <a:pPr>
              <a:buFont typeface="Arial" panose="020B0604020202020204" pitchFamily="34" charset="0"/>
              <a:buChar char="•"/>
            </a:pPr>
            <a:r>
              <a:rPr lang="en-GB" sz="1600" dirty="0">
                <a:effectLst/>
              </a:rPr>
              <a:t>Doc 3: “the dog is lovely” </a:t>
            </a:r>
          </a:p>
          <a:p>
            <a:r>
              <a:rPr lang="en-GB" sz="1600" dirty="0"/>
              <a:t>[0 0.0587 0.044 0 0 0.119]</a:t>
            </a:r>
            <a:endParaRPr lang="en-GB" sz="1600" dirty="0">
              <a:effectLst/>
            </a:endParaRPr>
          </a:p>
        </p:txBody>
      </p:sp>
      <p:graphicFrame>
        <p:nvGraphicFramePr>
          <p:cNvPr id="5" name="Table 6">
            <a:extLst>
              <a:ext uri="{FF2B5EF4-FFF2-40B4-BE49-F238E27FC236}">
                <a16:creationId xmlns:a16="http://schemas.microsoft.com/office/drawing/2014/main" id="{6F2A7816-6802-AEB8-37BE-4367CFA0925C}"/>
              </a:ext>
            </a:extLst>
          </p:cNvPr>
          <p:cNvGraphicFramePr>
            <a:graphicFrameLocks noGrp="1"/>
          </p:cNvGraphicFramePr>
          <p:nvPr>
            <p:extLst>
              <p:ext uri="{D42A27DB-BD31-4B8C-83A1-F6EECF244321}">
                <p14:modId xmlns:p14="http://schemas.microsoft.com/office/powerpoint/2010/main" val="215232311"/>
              </p:ext>
            </p:extLst>
          </p:nvPr>
        </p:nvGraphicFramePr>
        <p:xfrm>
          <a:off x="1692643" y="817748"/>
          <a:ext cx="5758713" cy="1794736"/>
        </p:xfrm>
        <a:graphic>
          <a:graphicData uri="http://schemas.openxmlformats.org/drawingml/2006/table">
            <a:tbl>
              <a:tblPr firstRow="1" bandRow="1">
                <a:tableStyleId>{5940675A-B579-460E-94D1-54222C63F5DA}</a:tableStyleId>
              </a:tblPr>
              <a:tblGrid>
                <a:gridCol w="844603">
                  <a:extLst>
                    <a:ext uri="{9D8B030D-6E8A-4147-A177-3AD203B41FA5}">
                      <a16:colId xmlns:a16="http://schemas.microsoft.com/office/drawing/2014/main" val="2328002086"/>
                    </a:ext>
                  </a:extLst>
                </a:gridCol>
                <a:gridCol w="609319">
                  <a:extLst>
                    <a:ext uri="{9D8B030D-6E8A-4147-A177-3AD203B41FA5}">
                      <a16:colId xmlns:a16="http://schemas.microsoft.com/office/drawing/2014/main" val="3607585619"/>
                    </a:ext>
                  </a:extLst>
                </a:gridCol>
                <a:gridCol w="841442">
                  <a:extLst>
                    <a:ext uri="{9D8B030D-6E8A-4147-A177-3AD203B41FA5}">
                      <a16:colId xmlns:a16="http://schemas.microsoft.com/office/drawing/2014/main" val="2415529443"/>
                    </a:ext>
                  </a:extLst>
                </a:gridCol>
                <a:gridCol w="913978">
                  <a:extLst>
                    <a:ext uri="{9D8B030D-6E8A-4147-A177-3AD203B41FA5}">
                      <a16:colId xmlns:a16="http://schemas.microsoft.com/office/drawing/2014/main" val="3367183932"/>
                    </a:ext>
                  </a:extLst>
                </a:gridCol>
                <a:gridCol w="725380">
                  <a:extLst>
                    <a:ext uri="{9D8B030D-6E8A-4147-A177-3AD203B41FA5}">
                      <a16:colId xmlns:a16="http://schemas.microsoft.com/office/drawing/2014/main" val="1601426276"/>
                    </a:ext>
                  </a:extLst>
                </a:gridCol>
                <a:gridCol w="797918">
                  <a:extLst>
                    <a:ext uri="{9D8B030D-6E8A-4147-A177-3AD203B41FA5}">
                      <a16:colId xmlns:a16="http://schemas.microsoft.com/office/drawing/2014/main" val="1576392562"/>
                    </a:ext>
                  </a:extLst>
                </a:gridCol>
                <a:gridCol w="1026073">
                  <a:extLst>
                    <a:ext uri="{9D8B030D-6E8A-4147-A177-3AD203B41FA5}">
                      <a16:colId xmlns:a16="http://schemas.microsoft.com/office/drawing/2014/main" val="1041400557"/>
                    </a:ext>
                  </a:extLst>
                </a:gridCol>
              </a:tblGrid>
              <a:tr h="448684">
                <a:tc>
                  <a:txBody>
                    <a:bodyPr/>
                    <a:lstStyle/>
                    <a:p>
                      <a:pPr algn="ctr"/>
                      <a:endParaRPr lang="en-US" sz="1100" dirty="0"/>
                    </a:p>
                  </a:txBody>
                  <a:tcPr/>
                </a:tc>
                <a:tc>
                  <a:txBody>
                    <a:bodyPr/>
                    <a:lstStyle/>
                    <a:p>
                      <a:pPr algn="ctr"/>
                      <a:r>
                        <a:rPr lang="en-US" sz="1100" dirty="0"/>
                        <a:t>the</a:t>
                      </a:r>
                    </a:p>
                  </a:txBody>
                  <a:tcPr/>
                </a:tc>
                <a:tc>
                  <a:txBody>
                    <a:bodyPr/>
                    <a:lstStyle/>
                    <a:p>
                      <a:pPr algn="ctr"/>
                      <a:r>
                        <a:rPr lang="en-US" sz="1100" dirty="0"/>
                        <a:t>lovely</a:t>
                      </a:r>
                    </a:p>
                  </a:txBody>
                  <a:tcPr/>
                </a:tc>
                <a:tc>
                  <a:txBody>
                    <a:bodyPr/>
                    <a:lstStyle/>
                    <a:p>
                      <a:pPr algn="ctr"/>
                      <a:r>
                        <a:rPr lang="en-US" sz="1100" dirty="0"/>
                        <a:t>dog</a:t>
                      </a:r>
                    </a:p>
                  </a:txBody>
                  <a:tcPr/>
                </a:tc>
                <a:tc>
                  <a:txBody>
                    <a:bodyPr/>
                    <a:lstStyle/>
                    <a:p>
                      <a:pPr algn="ctr"/>
                      <a:r>
                        <a:rPr lang="en-US" sz="1100" dirty="0"/>
                        <a:t>furry</a:t>
                      </a:r>
                    </a:p>
                  </a:txBody>
                  <a:tcPr/>
                </a:tc>
                <a:tc>
                  <a:txBody>
                    <a:bodyPr/>
                    <a:lstStyle/>
                    <a:p>
                      <a:pPr algn="ctr"/>
                      <a:r>
                        <a:rPr lang="en-US" sz="1100" dirty="0"/>
                        <a:t>puppy</a:t>
                      </a:r>
                    </a:p>
                  </a:txBody>
                  <a:tcPr/>
                </a:tc>
                <a:tc>
                  <a:txBody>
                    <a:bodyPr/>
                    <a:lstStyle/>
                    <a:p>
                      <a:pPr algn="ctr"/>
                      <a:r>
                        <a:rPr lang="en-US" sz="1100" dirty="0"/>
                        <a:t>is</a:t>
                      </a:r>
                    </a:p>
                  </a:txBody>
                  <a:tcPr/>
                </a:tc>
                <a:extLst>
                  <a:ext uri="{0D108BD9-81ED-4DB2-BD59-A6C34878D82A}">
                    <a16:rowId xmlns:a16="http://schemas.microsoft.com/office/drawing/2014/main" val="792015532"/>
                  </a:ext>
                </a:extLst>
              </a:tr>
              <a:tr h="448684">
                <a:tc>
                  <a:txBody>
                    <a:bodyPr/>
                    <a:lstStyle/>
                    <a:p>
                      <a:pPr algn="ctr"/>
                      <a:r>
                        <a:rPr lang="en-US" sz="1100" dirty="0"/>
                        <a:t>Doc 1</a:t>
                      </a:r>
                    </a:p>
                  </a:txBody>
                  <a:tcPr/>
                </a:tc>
                <a:tc>
                  <a:txBody>
                    <a:bodyPr/>
                    <a:lstStyle/>
                    <a:p>
                      <a:pPr algn="ctr"/>
                      <a:r>
                        <a:rPr lang="en-US" sz="1100" dirty="0"/>
                        <a:t>0</a:t>
                      </a:r>
                    </a:p>
                  </a:txBody>
                  <a:tcPr/>
                </a:tc>
                <a:tc>
                  <a:txBody>
                    <a:bodyPr/>
                    <a:lstStyle/>
                    <a:p>
                      <a:pPr algn="ctr"/>
                      <a:r>
                        <a:rPr lang="en-GB" sz="1100" dirty="0"/>
                        <a:t>0.0587</a:t>
                      </a:r>
                      <a:endParaRPr lang="en-US" sz="1100" dirty="0"/>
                    </a:p>
                  </a:txBody>
                  <a:tcPr/>
                </a:tc>
                <a:tc>
                  <a:txBody>
                    <a:bodyPr/>
                    <a:lstStyle/>
                    <a:p>
                      <a:pPr algn="ctr"/>
                      <a:r>
                        <a:rPr lang="en-GB" sz="1100" dirty="0"/>
                        <a:t>0.0587</a:t>
                      </a:r>
                      <a:endParaRPr lang="en-US" sz="1100" dirty="0"/>
                    </a:p>
                  </a:txBody>
                  <a:tcPr/>
                </a:tc>
                <a:tc>
                  <a:txBody>
                    <a:bodyPr/>
                    <a:lstStyle/>
                    <a:p>
                      <a:pPr algn="ctr"/>
                      <a:r>
                        <a:rPr lang="en-US" sz="1100" dirty="0"/>
                        <a:t>0</a:t>
                      </a:r>
                    </a:p>
                  </a:txBody>
                  <a:tcPr/>
                </a:tc>
                <a:tc>
                  <a:txBody>
                    <a:bodyPr/>
                    <a:lstStyle/>
                    <a:p>
                      <a:pPr algn="ctr"/>
                      <a:r>
                        <a:rPr lang="en-US" sz="1100" dirty="0"/>
                        <a:t>0</a:t>
                      </a:r>
                    </a:p>
                  </a:txBody>
                  <a:tcPr/>
                </a:tc>
                <a:tc>
                  <a:txBody>
                    <a:bodyPr/>
                    <a:lstStyle/>
                    <a:p>
                      <a:pPr algn="ctr"/>
                      <a:r>
                        <a:rPr lang="en-US" sz="1100" dirty="0"/>
                        <a:t>0</a:t>
                      </a:r>
                    </a:p>
                  </a:txBody>
                  <a:tcPr/>
                </a:tc>
                <a:extLst>
                  <a:ext uri="{0D108BD9-81ED-4DB2-BD59-A6C34878D82A}">
                    <a16:rowId xmlns:a16="http://schemas.microsoft.com/office/drawing/2014/main" val="1231545007"/>
                  </a:ext>
                </a:extLst>
              </a:tr>
              <a:tr h="4486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Doc 2</a:t>
                      </a:r>
                    </a:p>
                  </a:txBody>
                  <a:tcPr/>
                </a:tc>
                <a:tc>
                  <a:txBody>
                    <a:bodyPr/>
                    <a:lstStyle/>
                    <a:p>
                      <a:pPr algn="ctr"/>
                      <a:r>
                        <a:rPr lang="en-US" sz="1100" dirty="0"/>
                        <a:t>0</a:t>
                      </a:r>
                    </a:p>
                  </a:txBody>
                  <a:tcPr/>
                </a:tc>
                <a:tc>
                  <a:txBody>
                    <a:bodyPr/>
                    <a:lstStyle/>
                    <a:p>
                      <a:pPr algn="ctr"/>
                      <a:r>
                        <a:rPr lang="en-US" sz="1100" dirty="0"/>
                        <a:t>0</a:t>
                      </a:r>
                    </a:p>
                  </a:txBody>
                  <a:tcPr/>
                </a:tc>
                <a:tc>
                  <a:txBody>
                    <a:bodyPr/>
                    <a:lstStyle/>
                    <a:p>
                      <a:pPr algn="ctr"/>
                      <a:r>
                        <a:rPr lang="en-US" sz="1100" dirty="0"/>
                        <a:t>0</a:t>
                      </a:r>
                    </a:p>
                  </a:txBody>
                  <a:tcPr/>
                </a:tc>
                <a:tc>
                  <a:txBody>
                    <a:bodyPr/>
                    <a:lstStyle/>
                    <a:p>
                      <a:pPr algn="ctr"/>
                      <a:r>
                        <a:rPr lang="en-US" sz="1100" dirty="0"/>
                        <a:t>0.159</a:t>
                      </a: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0.159</a:t>
                      </a:r>
                    </a:p>
                    <a:p>
                      <a:pPr algn="ctr"/>
                      <a:endParaRPr lang="en-US" sz="1100" dirty="0"/>
                    </a:p>
                  </a:txBody>
                  <a:tcPr/>
                </a:tc>
                <a:tc>
                  <a:txBody>
                    <a:bodyPr/>
                    <a:lstStyle/>
                    <a:p>
                      <a:pPr algn="ctr"/>
                      <a:r>
                        <a:rPr lang="en-US" sz="1100" dirty="0"/>
                        <a:t>0</a:t>
                      </a:r>
                    </a:p>
                  </a:txBody>
                  <a:tcPr/>
                </a:tc>
                <a:extLst>
                  <a:ext uri="{0D108BD9-81ED-4DB2-BD59-A6C34878D82A}">
                    <a16:rowId xmlns:a16="http://schemas.microsoft.com/office/drawing/2014/main" val="1307417394"/>
                  </a:ext>
                </a:extLst>
              </a:tr>
              <a:tr h="4486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Doc 3</a:t>
                      </a:r>
                    </a:p>
                  </a:txBody>
                  <a:tcPr/>
                </a:tc>
                <a:tc>
                  <a:txBody>
                    <a:bodyPr/>
                    <a:lstStyle/>
                    <a:p>
                      <a:pPr algn="ctr"/>
                      <a:r>
                        <a:rPr lang="en-US" sz="1100" dirty="0"/>
                        <a:t>0</a:t>
                      </a:r>
                    </a:p>
                  </a:txBody>
                  <a:tcPr/>
                </a:tc>
                <a:tc>
                  <a:txBody>
                    <a:bodyPr/>
                    <a:lstStyle/>
                    <a:p>
                      <a:pPr algn="ctr"/>
                      <a:r>
                        <a:rPr lang="en-GB" sz="1100" dirty="0"/>
                        <a:t>0.044</a:t>
                      </a:r>
                      <a:endParaRPr lang="en-US" sz="1100" dirty="0"/>
                    </a:p>
                  </a:txBody>
                  <a:tcPr/>
                </a:tc>
                <a:tc>
                  <a:txBody>
                    <a:bodyPr/>
                    <a:lstStyle/>
                    <a:p>
                      <a:pPr algn="ctr"/>
                      <a:r>
                        <a:rPr lang="en-US" sz="1100" dirty="0"/>
                        <a:t>0.044</a:t>
                      </a:r>
                    </a:p>
                  </a:txBody>
                  <a:tcPr/>
                </a:tc>
                <a:tc>
                  <a:txBody>
                    <a:bodyPr/>
                    <a:lstStyle/>
                    <a:p>
                      <a:pPr algn="ctr"/>
                      <a:r>
                        <a:rPr lang="en-US" sz="1100" dirty="0"/>
                        <a:t>0</a:t>
                      </a:r>
                    </a:p>
                  </a:txBody>
                  <a:tcPr/>
                </a:tc>
                <a:tc>
                  <a:txBody>
                    <a:bodyPr/>
                    <a:lstStyle/>
                    <a:p>
                      <a:pPr algn="ctr"/>
                      <a:r>
                        <a:rPr lang="en-US" sz="1100" dirty="0"/>
                        <a:t>0</a:t>
                      </a:r>
                    </a:p>
                  </a:txBody>
                  <a:tcPr/>
                </a:tc>
                <a:tc>
                  <a:txBody>
                    <a:bodyPr/>
                    <a:lstStyle/>
                    <a:p>
                      <a:pPr algn="ctr"/>
                      <a:r>
                        <a:rPr lang="en-US" sz="1100" dirty="0"/>
                        <a:t>0.119</a:t>
                      </a:r>
                    </a:p>
                  </a:txBody>
                  <a:tcPr/>
                </a:tc>
                <a:extLst>
                  <a:ext uri="{0D108BD9-81ED-4DB2-BD59-A6C34878D82A}">
                    <a16:rowId xmlns:a16="http://schemas.microsoft.com/office/drawing/2014/main" val="2225690611"/>
                  </a:ext>
                </a:extLst>
              </a:tr>
            </a:tbl>
          </a:graphicData>
        </a:graphic>
      </p:graphicFrame>
    </p:spTree>
    <p:extLst>
      <p:ext uri="{BB962C8B-B14F-4D97-AF65-F5344CB8AC3E}">
        <p14:creationId xmlns:p14="http://schemas.microsoft.com/office/powerpoint/2010/main" val="4068061212"/>
      </p:ext>
    </p:extLst>
  </p:cSld>
  <p:clrMapOvr>
    <a:masterClrMapping/>
  </p:clrMapOvr>
  <mc:AlternateContent xmlns:mc="http://schemas.openxmlformats.org/markup-compatibility/2006" xmlns:p14="http://schemas.microsoft.com/office/powerpoint/2010/main">
    <mc:Choice Requires="p14">
      <p:transition spd="slow" p14:dur="2000" advTm="3081"/>
    </mc:Choice>
    <mc:Fallback xmlns="">
      <p:transition spd="slow" advTm="308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CD36F-FABB-A48C-0332-B197990E46EC}"/>
              </a:ext>
            </a:extLst>
          </p:cNvPr>
          <p:cNvSpPr>
            <a:spLocks noGrp="1"/>
          </p:cNvSpPr>
          <p:nvPr>
            <p:ph type="title"/>
          </p:nvPr>
        </p:nvSpPr>
        <p:spPr/>
        <p:txBody>
          <a:bodyPr/>
          <a:lstStyle/>
          <a:p>
            <a:r>
              <a:rPr lang="en-GB" dirty="0">
                <a:solidFill>
                  <a:srgbClr val="222222"/>
                </a:solidFill>
              </a:rPr>
              <a:t>TF-IDF </a:t>
            </a:r>
            <a:r>
              <a:rPr lang="en-GB" dirty="0">
                <a:solidFill>
                  <a:srgbClr val="222222"/>
                </a:solidFill>
                <a:effectLst/>
              </a:rPr>
              <a:t>with Python </a:t>
            </a:r>
            <a:endParaRPr lang="en-US" dirty="0"/>
          </a:p>
        </p:txBody>
      </p:sp>
      <p:pic>
        <p:nvPicPr>
          <p:cNvPr id="14" name="Content Placeholder 13" descr="Graphical user interface, text, application&#10;&#10;Description automatically generated">
            <a:extLst>
              <a:ext uri="{FF2B5EF4-FFF2-40B4-BE49-F238E27FC236}">
                <a16:creationId xmlns:a16="http://schemas.microsoft.com/office/drawing/2014/main" id="{6018E04E-F541-534C-74A4-E9A35B491220}"/>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4727361" y="1127522"/>
            <a:ext cx="4143375" cy="2650077"/>
          </a:xfrm>
        </p:spPr>
      </p:pic>
      <p:sp>
        <p:nvSpPr>
          <p:cNvPr id="15" name="Content Placeholder 2">
            <a:extLst>
              <a:ext uri="{FF2B5EF4-FFF2-40B4-BE49-F238E27FC236}">
                <a16:creationId xmlns:a16="http://schemas.microsoft.com/office/drawing/2014/main" id="{E9D189DB-BC15-3E84-E219-E35DABD56115}"/>
              </a:ext>
            </a:extLst>
          </p:cNvPr>
          <p:cNvSpPr txBox="1">
            <a:spLocks/>
          </p:cNvSpPr>
          <p:nvPr/>
        </p:nvSpPr>
        <p:spPr>
          <a:xfrm>
            <a:off x="273264" y="1127522"/>
            <a:ext cx="4144050" cy="288845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SzPct val="85000"/>
              <a:buFont typeface="Wingdings" panose="05000000000000000000" pitchFamily="2" charset="2"/>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SzPct val="85000"/>
              <a:buFont typeface="Wingdings" panose="05000000000000000000" pitchFamily="2" charset="2"/>
              <a:buChar char="Ø"/>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Courier New" panose="02070309020205020404" pitchFamily="49" charset="0"/>
              <a:buChar char="o"/>
              <a:defRPr sz="135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Similarly, we can use the </a:t>
            </a:r>
            <a:r>
              <a:rPr lang="en-GB" dirty="0" err="1"/>
              <a:t>TfidfVectorizer</a:t>
            </a:r>
            <a:r>
              <a:rPr lang="en-GB" dirty="0"/>
              <a:t>() function to perform TF-IDF vectorization</a:t>
            </a:r>
          </a:p>
          <a:p>
            <a:endParaRPr lang="en-US" dirty="0"/>
          </a:p>
        </p:txBody>
      </p:sp>
      <p:sp>
        <p:nvSpPr>
          <p:cNvPr id="17" name="TextBox 16">
            <a:extLst>
              <a:ext uri="{FF2B5EF4-FFF2-40B4-BE49-F238E27FC236}">
                <a16:creationId xmlns:a16="http://schemas.microsoft.com/office/drawing/2014/main" id="{F67798C4-16CC-AB65-7016-1943A68A97C6}"/>
              </a:ext>
            </a:extLst>
          </p:cNvPr>
          <p:cNvSpPr txBox="1"/>
          <p:nvPr/>
        </p:nvSpPr>
        <p:spPr>
          <a:xfrm>
            <a:off x="403175" y="2121694"/>
            <a:ext cx="3884228" cy="2031325"/>
          </a:xfrm>
          <a:prstGeom prst="rect">
            <a:avLst/>
          </a:prstGeom>
          <a:noFill/>
        </p:spPr>
        <p:txBody>
          <a:bodyPr wrap="square" rtlCol="0">
            <a:spAutoFit/>
          </a:bodyPr>
          <a:lstStyle/>
          <a:p>
            <a:r>
              <a:rPr lang="en-US" sz="1400" dirty="0"/>
              <a:t>You might notice that this result is different from the one we calculated before. This is because this function uses a different method. What we showed is the most basic method, while this function adds some tricks like normalization. An explanation can be found at:  </a:t>
            </a:r>
            <a:r>
              <a:rPr lang="en-US" sz="1400" dirty="0">
                <a:hlinkClick r:id="rId4"/>
              </a:rPr>
              <a:t>https://www.analyticsvidhya.com/blog/2021/11/how-sklearns-tfidfvectorizer-calculates-tf-idf-values/</a:t>
            </a:r>
            <a:r>
              <a:rPr lang="en-US" sz="1400" dirty="0"/>
              <a:t> </a:t>
            </a:r>
          </a:p>
        </p:txBody>
      </p:sp>
    </p:spTree>
    <p:custDataLst>
      <p:tags r:id="rId1"/>
    </p:custDataLst>
    <p:extLst>
      <p:ext uri="{BB962C8B-B14F-4D97-AF65-F5344CB8AC3E}">
        <p14:creationId xmlns:p14="http://schemas.microsoft.com/office/powerpoint/2010/main" val="20390319"/>
      </p:ext>
    </p:extLst>
  </p:cSld>
  <p:clrMapOvr>
    <a:masterClrMapping/>
  </p:clrMapOvr>
  <mc:AlternateContent xmlns:mc="http://schemas.openxmlformats.org/markup-compatibility/2006" xmlns:p14="http://schemas.microsoft.com/office/powerpoint/2010/main">
    <mc:Choice Requires="p14">
      <p:transition spd="slow" p14:dur="2000" advTm="4632"/>
    </mc:Choice>
    <mc:Fallback xmlns="">
      <p:transition spd="slow" advTm="46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FC725-05D2-709F-77C3-FF42850B5654}"/>
              </a:ext>
            </a:extLst>
          </p:cNvPr>
          <p:cNvSpPr>
            <a:spLocks noGrp="1"/>
          </p:cNvSpPr>
          <p:nvPr>
            <p:ph type="title"/>
          </p:nvPr>
        </p:nvSpPr>
        <p:spPr>
          <a:xfrm>
            <a:off x="370800" y="-7144"/>
            <a:ext cx="8402400" cy="994172"/>
          </a:xfrm>
        </p:spPr>
        <p:txBody>
          <a:bodyPr/>
          <a:lstStyle/>
          <a:p>
            <a:r>
              <a:rPr lang="en-US" dirty="0"/>
              <a:t>TF-IDF summary</a:t>
            </a:r>
          </a:p>
        </p:txBody>
      </p:sp>
      <p:sp>
        <p:nvSpPr>
          <p:cNvPr id="5" name="TextBox 4">
            <a:extLst>
              <a:ext uri="{FF2B5EF4-FFF2-40B4-BE49-F238E27FC236}">
                <a16:creationId xmlns:a16="http://schemas.microsoft.com/office/drawing/2014/main" id="{547B9544-E5F3-86A0-4003-03C02BADE612}"/>
              </a:ext>
            </a:extLst>
          </p:cNvPr>
          <p:cNvSpPr txBox="1"/>
          <p:nvPr/>
        </p:nvSpPr>
        <p:spPr>
          <a:xfrm>
            <a:off x="161365" y="675057"/>
            <a:ext cx="8611835" cy="5401479"/>
          </a:xfrm>
          <a:prstGeom prst="rect">
            <a:avLst/>
          </a:prstGeom>
          <a:noFill/>
        </p:spPr>
        <p:txBody>
          <a:bodyPr wrap="square" rtlCol="0">
            <a:spAutoFit/>
          </a:bodyPr>
          <a:lstStyle/>
          <a:p>
            <a:pPr marL="285750" indent="-285750" algn="l">
              <a:buFont typeface="Arial" panose="020B0604020202020204" pitchFamily="34" charset="0"/>
              <a:buChar char="•"/>
            </a:pPr>
            <a:r>
              <a:rPr lang="en-GB" sz="1600" b="0" i="0" dirty="0">
                <a:solidFill>
                  <a:srgbClr val="222222"/>
                </a:solidFill>
                <a:effectLst/>
              </a:rPr>
              <a:t>TF-IDF gives larger values for less frequent words and is high when both IDF and TF values are high i.e</a:t>
            </a:r>
            <a:r>
              <a:rPr lang="en-GB" sz="1600" dirty="0">
                <a:solidFill>
                  <a:srgbClr val="222222"/>
                </a:solidFill>
              </a:rPr>
              <a:t>.,</a:t>
            </a:r>
            <a:r>
              <a:rPr lang="en-GB" sz="1600" b="0" i="0" dirty="0">
                <a:solidFill>
                  <a:srgbClr val="222222"/>
                </a:solidFill>
                <a:effectLst/>
              </a:rPr>
              <a:t> the word is rare in all the documents combined but frequent in a single document.</a:t>
            </a:r>
          </a:p>
          <a:p>
            <a:pPr marL="285750" indent="-285750" algn="l">
              <a:buFont typeface="Arial" panose="020B0604020202020204" pitchFamily="34" charset="0"/>
              <a:buChar char="•"/>
            </a:pPr>
            <a:r>
              <a:rPr lang="en-GB" sz="1600" b="0" i="0" dirty="0">
                <a:solidFill>
                  <a:srgbClr val="222222"/>
                </a:solidFill>
                <a:effectLst/>
              </a:rPr>
              <a:t>Bag of Words just creates a set of vectors containing the count of word occurrences in documents, TF-IDF model contains information on the more important words and the less important ones as well.</a:t>
            </a:r>
          </a:p>
          <a:p>
            <a:pPr marL="285750" indent="-285750" algn="l">
              <a:buFont typeface="Arial" panose="020B0604020202020204" pitchFamily="34" charset="0"/>
              <a:buChar char="•"/>
            </a:pPr>
            <a:r>
              <a:rPr lang="en-GB" sz="1600" b="0" i="0" dirty="0">
                <a:solidFill>
                  <a:srgbClr val="222222"/>
                </a:solidFill>
                <a:effectLst/>
              </a:rPr>
              <a:t>Bag of Words vectors are easy to interpret but TF-IDF usually performs better.  </a:t>
            </a:r>
            <a:endParaRPr lang="en-GB" sz="1600" dirty="0">
              <a:solidFill>
                <a:srgbClr val="222222"/>
              </a:solidFill>
            </a:endParaRPr>
          </a:p>
          <a:p>
            <a:pPr algn="l"/>
            <a:endParaRPr lang="en-GB" sz="1600" b="0" i="0" dirty="0">
              <a:solidFill>
                <a:srgbClr val="222222"/>
              </a:solidFill>
              <a:effectLst/>
            </a:endParaRPr>
          </a:p>
          <a:p>
            <a:pPr algn="l"/>
            <a:r>
              <a:rPr lang="en-GB" sz="1600" b="0" i="0" dirty="0">
                <a:solidFill>
                  <a:srgbClr val="222222"/>
                </a:solidFill>
                <a:effectLst/>
              </a:rPr>
              <a:t>However,</a:t>
            </a:r>
          </a:p>
          <a:p>
            <a:pPr marL="285750" indent="-285750">
              <a:buFont typeface="Arial" panose="020B0604020202020204" pitchFamily="34" charset="0"/>
              <a:buChar char="•"/>
            </a:pPr>
            <a:r>
              <a:rPr lang="en-GB" sz="1600" dirty="0">
                <a:effectLst/>
              </a:rPr>
              <a:t>Fail capturing </a:t>
            </a:r>
            <a:r>
              <a:rPr lang="en-GB" sz="1600" b="1" dirty="0">
                <a:effectLst/>
              </a:rPr>
              <a:t>long-term dependencies </a:t>
            </a:r>
            <a:r>
              <a:rPr lang="en-GB" sz="1600" dirty="0">
                <a:effectLst/>
              </a:rPr>
              <a:t>between words in a sequence </a:t>
            </a:r>
          </a:p>
          <a:p>
            <a:pPr marL="285750" indent="-285750">
              <a:buFont typeface="Arial" panose="020B0604020202020204" pitchFamily="34" charset="0"/>
              <a:buChar char="•"/>
            </a:pPr>
            <a:r>
              <a:rPr lang="en-GB" sz="1600" dirty="0">
                <a:effectLst/>
              </a:rPr>
              <a:t>Doesn’t capture semantically similar words </a:t>
            </a:r>
          </a:p>
          <a:p>
            <a:pPr marL="285750" indent="-285750">
              <a:buFont typeface="Arial" panose="020B0604020202020204" pitchFamily="34" charset="0"/>
              <a:buChar char="•"/>
            </a:pPr>
            <a:r>
              <a:rPr lang="en-GB" sz="1600" dirty="0">
                <a:solidFill>
                  <a:srgbClr val="222222"/>
                </a:solidFill>
              </a:rPr>
              <a:t>If the new sentences contain new words, then the vocabulary size would increase, and the length of the vectors would increase too.</a:t>
            </a:r>
          </a:p>
          <a:p>
            <a:pPr marL="285750" indent="-285750">
              <a:buFont typeface="Arial" panose="020B0604020202020204" pitchFamily="34" charset="0"/>
              <a:buChar char="•"/>
            </a:pPr>
            <a:r>
              <a:rPr lang="en-GB" sz="1600" dirty="0">
                <a:solidFill>
                  <a:srgbClr val="222222"/>
                </a:solidFill>
              </a:rPr>
              <a:t>The vectors would contain many zeros, thereby resulting in a sparse matrix (which is what we would like to avoid).</a:t>
            </a:r>
          </a:p>
          <a:p>
            <a:pPr marL="285750" indent="-285750">
              <a:buFont typeface="Arial" panose="020B0604020202020204" pitchFamily="34" charset="0"/>
              <a:buChar char="•"/>
            </a:pPr>
            <a:endParaRPr lang="en-GB" sz="1600" dirty="0">
              <a:solidFill>
                <a:srgbClr val="222222"/>
              </a:solidFill>
            </a:endParaRPr>
          </a:p>
          <a:p>
            <a:pPr marL="285750" indent="-285750">
              <a:buFont typeface="Arial" panose="020B0604020202020204" pitchFamily="34" charset="0"/>
              <a:buChar char="•"/>
            </a:pPr>
            <a:endParaRPr lang="en-GB" sz="1800" dirty="0">
              <a:effectLst/>
            </a:endParaRPr>
          </a:p>
          <a:p>
            <a:pPr algn="l"/>
            <a:endParaRPr lang="en-GB" sz="1600" b="0" i="0" dirty="0">
              <a:solidFill>
                <a:srgbClr val="222222"/>
              </a:solidFill>
              <a:effectLst/>
            </a:endParaRPr>
          </a:p>
          <a:p>
            <a:pPr marL="285750" indent="-285750" algn="l">
              <a:buFont typeface="Arial" panose="020B0604020202020204" pitchFamily="34" charset="0"/>
              <a:buChar char="•"/>
            </a:pPr>
            <a:endParaRPr lang="en-GB" sz="1400" b="0" i="0" dirty="0">
              <a:solidFill>
                <a:srgbClr val="222222"/>
              </a:solidFill>
              <a:effectLst/>
            </a:endParaRPr>
          </a:p>
          <a:p>
            <a:pPr marL="285750" indent="-285750" algn="l">
              <a:buFont typeface="Arial" panose="020B0604020202020204" pitchFamily="34" charset="0"/>
              <a:buChar char="•"/>
            </a:pPr>
            <a:endParaRPr lang="en-GB" sz="1400" b="0" i="0" dirty="0">
              <a:solidFill>
                <a:srgbClr val="222222"/>
              </a:solidFill>
              <a:effectLst/>
            </a:endParaRPr>
          </a:p>
          <a:p>
            <a:pPr algn="l"/>
            <a:r>
              <a:rPr lang="en-GB" b="0" i="0" dirty="0">
                <a:solidFill>
                  <a:srgbClr val="222222"/>
                </a:solidFill>
                <a:effectLst/>
                <a:latin typeface="Lato" panose="020F0502020204030203" pitchFamily="34" charset="0"/>
              </a:rPr>
              <a:t> </a:t>
            </a:r>
          </a:p>
          <a:p>
            <a:endParaRPr lang="en-US" dirty="0"/>
          </a:p>
        </p:txBody>
      </p:sp>
    </p:spTree>
    <p:custDataLst>
      <p:tags r:id="rId1"/>
    </p:custDataLst>
    <p:extLst>
      <p:ext uri="{BB962C8B-B14F-4D97-AF65-F5344CB8AC3E}">
        <p14:creationId xmlns:p14="http://schemas.microsoft.com/office/powerpoint/2010/main" val="1206340694"/>
      </p:ext>
    </p:extLst>
  </p:cSld>
  <p:clrMapOvr>
    <a:masterClrMapping/>
  </p:clrMapOvr>
  <mc:AlternateContent xmlns:mc="http://schemas.openxmlformats.org/markup-compatibility/2006" xmlns:p14="http://schemas.microsoft.com/office/powerpoint/2010/main">
    <mc:Choice Requires="p14">
      <p:transition spd="slow" p14:dur="2000" advTm="9883"/>
    </mc:Choice>
    <mc:Fallback xmlns="">
      <p:transition spd="slow" advTm="988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8D31-863A-924A-B16B-67ED414C67CE}"/>
              </a:ext>
            </a:extLst>
          </p:cNvPr>
          <p:cNvSpPr>
            <a:spLocks noGrp="1"/>
          </p:cNvSpPr>
          <p:nvPr>
            <p:ph type="title"/>
          </p:nvPr>
        </p:nvSpPr>
        <p:spPr>
          <a:xfrm>
            <a:off x="370798" y="0"/>
            <a:ext cx="8402400" cy="994172"/>
          </a:xfrm>
        </p:spPr>
        <p:txBody>
          <a:bodyPr/>
          <a:lstStyle/>
          <a:p>
            <a:r>
              <a:rPr lang="en-US" dirty="0"/>
              <a:t>Summary</a:t>
            </a:r>
          </a:p>
        </p:txBody>
      </p:sp>
      <p:sp>
        <p:nvSpPr>
          <p:cNvPr id="3" name="Content Placeholder 2">
            <a:extLst>
              <a:ext uri="{FF2B5EF4-FFF2-40B4-BE49-F238E27FC236}">
                <a16:creationId xmlns:a16="http://schemas.microsoft.com/office/drawing/2014/main" id="{E0720483-F352-EB49-B229-6511D1B8E6F5}"/>
              </a:ext>
            </a:extLst>
          </p:cNvPr>
          <p:cNvSpPr>
            <a:spLocks noGrp="1"/>
          </p:cNvSpPr>
          <p:nvPr>
            <p:ph idx="1"/>
          </p:nvPr>
        </p:nvSpPr>
        <p:spPr>
          <a:xfrm>
            <a:off x="370798" y="699846"/>
            <a:ext cx="8393906" cy="2975171"/>
          </a:xfrm>
        </p:spPr>
        <p:txBody>
          <a:bodyPr>
            <a:normAutofit/>
          </a:bodyPr>
          <a:lstStyle/>
          <a:p>
            <a:r>
              <a:rPr lang="en-GB" sz="1800" dirty="0"/>
              <a:t>What is NLP</a:t>
            </a:r>
          </a:p>
          <a:p>
            <a:r>
              <a:rPr lang="en-US" sz="1800" dirty="0"/>
              <a:t>Why do we need NLP in social media and web analytics</a:t>
            </a:r>
            <a:endParaRPr lang="en-GB" altLang="en-US" sz="1800" dirty="0">
              <a:cs typeface="Calibri" panose="020F0502020204030204" pitchFamily="34" charset="0"/>
            </a:endParaRPr>
          </a:p>
          <a:p>
            <a:pPr marL="285750" indent="-285750">
              <a:lnSpc>
                <a:spcPct val="90000"/>
              </a:lnSpc>
              <a:buFont typeface="Wingdings" pitchFamily="2" charset="2"/>
              <a:buChar char="§"/>
            </a:pPr>
            <a:r>
              <a:rPr lang="en-GB" altLang="en-US" sz="1800" dirty="0">
                <a:cs typeface="Calibri" panose="020F0502020204030204" pitchFamily="34" charset="0"/>
              </a:rPr>
              <a:t>Basic text processing techniques</a:t>
            </a:r>
          </a:p>
          <a:p>
            <a:pPr marL="285750" indent="-285750">
              <a:lnSpc>
                <a:spcPct val="90000"/>
              </a:lnSpc>
              <a:buFont typeface="Wingdings" pitchFamily="2" charset="2"/>
              <a:buChar char="§"/>
            </a:pPr>
            <a:r>
              <a:rPr lang="en-GB" altLang="en-US" sz="1800" dirty="0"/>
              <a:t>Different methods to represent text</a:t>
            </a:r>
          </a:p>
          <a:p>
            <a:pPr marL="628650" lvl="1" indent="-285750">
              <a:buFont typeface="Wingdings" pitchFamily="2" charset="2"/>
              <a:buChar char="§"/>
            </a:pPr>
            <a:r>
              <a:rPr lang="en-GB" altLang="en-US" sz="1500" dirty="0" err="1">
                <a:cs typeface="Calibri" panose="020F0502020204030204" pitchFamily="34" charset="0"/>
              </a:rPr>
              <a:t>BoW</a:t>
            </a:r>
            <a:endParaRPr lang="en-GB" altLang="en-US" sz="1500" dirty="0">
              <a:cs typeface="Calibri" panose="020F0502020204030204" pitchFamily="34" charset="0"/>
            </a:endParaRPr>
          </a:p>
          <a:p>
            <a:pPr marL="628650" lvl="1" indent="-285750">
              <a:buFont typeface="Wingdings" pitchFamily="2" charset="2"/>
              <a:buChar char="§"/>
            </a:pPr>
            <a:r>
              <a:rPr lang="en-GB" altLang="en-US" sz="1500" dirty="0">
                <a:cs typeface="Calibri" panose="020F0502020204030204" pitchFamily="34" charset="0"/>
              </a:rPr>
              <a:t>TF-IDF</a:t>
            </a:r>
          </a:p>
          <a:p>
            <a:pPr marL="342900" lvl="1" indent="0">
              <a:buNone/>
            </a:pPr>
            <a:endParaRPr lang="en-GB" altLang="en-US" sz="1500" dirty="0">
              <a:cs typeface="Calibri" panose="020F0502020204030204" pitchFamily="34" charset="0"/>
            </a:endParaRPr>
          </a:p>
        </p:txBody>
      </p:sp>
    </p:spTree>
    <p:extLst>
      <p:ext uri="{BB962C8B-B14F-4D97-AF65-F5344CB8AC3E}">
        <p14:creationId xmlns:p14="http://schemas.microsoft.com/office/powerpoint/2010/main" val="3558178336"/>
      </p:ext>
    </p:extLst>
  </p:cSld>
  <p:clrMapOvr>
    <a:masterClrMapping/>
  </p:clrMapOvr>
  <mc:AlternateContent xmlns:mc="http://schemas.openxmlformats.org/markup-compatibility/2006" xmlns:p14="http://schemas.microsoft.com/office/powerpoint/2010/main">
    <mc:Choice Requires="p14">
      <p:transition spd="slow" p14:dur="2000" advTm="779"/>
    </mc:Choice>
    <mc:Fallback xmlns="">
      <p:transition spd="slow" advTm="779"/>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291F5B-630C-9DC3-02F5-F0AADC2288D1}"/>
              </a:ext>
            </a:extLst>
          </p:cNvPr>
          <p:cNvPicPr>
            <a:picLocks noChangeAspect="1"/>
          </p:cNvPicPr>
          <p:nvPr/>
        </p:nvPicPr>
        <p:blipFill>
          <a:blip r:embed="rId2"/>
          <a:stretch>
            <a:fillRect/>
          </a:stretch>
        </p:blipFill>
        <p:spPr>
          <a:xfrm>
            <a:off x="1467146" y="159289"/>
            <a:ext cx="5737558" cy="4274481"/>
          </a:xfrm>
          <a:prstGeom prst="rect">
            <a:avLst/>
          </a:prstGeom>
          <a:noFill/>
        </p:spPr>
      </p:pic>
    </p:spTree>
    <p:extLst>
      <p:ext uri="{BB962C8B-B14F-4D97-AF65-F5344CB8AC3E}">
        <p14:creationId xmlns:p14="http://schemas.microsoft.com/office/powerpoint/2010/main" val="839788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EDEE6-8DA0-8ABE-396F-E7C271B1DE9E}"/>
              </a:ext>
            </a:extLst>
          </p:cNvPr>
          <p:cNvSpPr>
            <a:spLocks noGrp="1"/>
          </p:cNvSpPr>
          <p:nvPr>
            <p:ph type="title"/>
          </p:nvPr>
        </p:nvSpPr>
        <p:spPr>
          <a:xfrm>
            <a:off x="370799" y="1296333"/>
            <a:ext cx="8402400" cy="994172"/>
          </a:xfrm>
        </p:spPr>
        <p:txBody>
          <a:bodyPr/>
          <a:lstStyle/>
          <a:p>
            <a:pPr algn="ctr"/>
            <a:r>
              <a:rPr lang="en-US" dirty="0"/>
              <a:t>Any questions?</a:t>
            </a:r>
          </a:p>
        </p:txBody>
      </p:sp>
      <p:sp>
        <p:nvSpPr>
          <p:cNvPr id="3" name="TextBox 2">
            <a:extLst>
              <a:ext uri="{FF2B5EF4-FFF2-40B4-BE49-F238E27FC236}">
                <a16:creationId xmlns:a16="http://schemas.microsoft.com/office/drawing/2014/main" id="{699622B0-8B2D-6EAF-6E5E-BA42EC7CF22A}"/>
              </a:ext>
            </a:extLst>
          </p:cNvPr>
          <p:cNvSpPr txBox="1"/>
          <p:nvPr/>
        </p:nvSpPr>
        <p:spPr>
          <a:xfrm>
            <a:off x="3511453" y="3242931"/>
            <a:ext cx="2121093" cy="300082"/>
          </a:xfrm>
          <a:prstGeom prst="rect">
            <a:avLst/>
          </a:prstGeom>
          <a:noFill/>
        </p:spPr>
        <p:txBody>
          <a:bodyPr wrap="none" rtlCol="0">
            <a:spAutoFit/>
          </a:bodyPr>
          <a:lstStyle/>
          <a:p>
            <a:r>
              <a:rPr lang="en-US" dirty="0" err="1"/>
              <a:t>wen.zhang@bristol.ac.uk</a:t>
            </a:r>
            <a:endParaRPr lang="en-US" dirty="0"/>
          </a:p>
        </p:txBody>
      </p:sp>
    </p:spTree>
    <p:extLst>
      <p:ext uri="{BB962C8B-B14F-4D97-AF65-F5344CB8AC3E}">
        <p14:creationId xmlns:p14="http://schemas.microsoft.com/office/powerpoint/2010/main" val="80635871"/>
      </p:ext>
    </p:extLst>
  </p:cSld>
  <p:clrMapOvr>
    <a:masterClrMapping/>
  </p:clrMapOvr>
  <mc:AlternateContent xmlns:mc="http://schemas.openxmlformats.org/markup-compatibility/2006" xmlns:p14="http://schemas.microsoft.com/office/powerpoint/2010/main">
    <mc:Choice Requires="p14">
      <p:transition spd="slow" p14:dur="2000" advTm="1038"/>
    </mc:Choice>
    <mc:Fallback xmlns="">
      <p:transition spd="slow" advTm="103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0.8|1|1.4|1.6"/>
</p:tagLst>
</file>

<file path=ppt/tags/tag2.xml><?xml version="1.0" encoding="utf-8"?>
<p:tagLst xmlns:a="http://schemas.openxmlformats.org/drawingml/2006/main" xmlns:r="http://schemas.openxmlformats.org/officeDocument/2006/relationships" xmlns:p="http://schemas.openxmlformats.org/presentationml/2006/main">
  <p:tag name="TIMING" val="|1"/>
</p:tagLst>
</file>

<file path=ppt/tags/tag3.xml><?xml version="1.0" encoding="utf-8"?>
<p:tagLst xmlns:a="http://schemas.openxmlformats.org/drawingml/2006/main" xmlns:r="http://schemas.openxmlformats.org/officeDocument/2006/relationships" xmlns:p="http://schemas.openxmlformats.org/presentationml/2006/main">
  <p:tag name="TIMING" val="|0.5|3.4|0.8|1.9|1.8|3|1.4|0.6|0.6"/>
</p:tagLst>
</file>

<file path=ppt/tags/tag4.xml><?xml version="1.0" encoding="utf-8"?>
<p:tagLst xmlns:a="http://schemas.openxmlformats.org/drawingml/2006/main" xmlns:r="http://schemas.openxmlformats.org/officeDocument/2006/relationships" xmlns:p="http://schemas.openxmlformats.org/presentationml/2006/main">
  <p:tag name="TIMING" val="|0.7|0.7|0.6|6.9|1.5|1.8|0.7"/>
</p:tagLst>
</file>

<file path=ppt/tags/tag5.xml><?xml version="1.0" encoding="utf-8"?>
<p:tagLst xmlns:a="http://schemas.openxmlformats.org/drawingml/2006/main" xmlns:r="http://schemas.openxmlformats.org/officeDocument/2006/relationships" xmlns:p="http://schemas.openxmlformats.org/presentationml/2006/main">
  <p:tag name="TIMING" val="|0.9"/>
</p:tagLst>
</file>

<file path=ppt/tags/tag6.xml><?xml version="1.0" encoding="utf-8"?>
<p:tagLst xmlns:a="http://schemas.openxmlformats.org/drawingml/2006/main" xmlns:r="http://schemas.openxmlformats.org/officeDocument/2006/relationships" xmlns:p="http://schemas.openxmlformats.org/presentationml/2006/main">
  <p:tag name="TIMING" val="|0.6|0.6|0.6|0.8"/>
</p:tagLst>
</file>

<file path=ppt/tags/tag7.xml><?xml version="1.0" encoding="utf-8"?>
<p:tagLst xmlns:a="http://schemas.openxmlformats.org/drawingml/2006/main" xmlns:r="http://schemas.openxmlformats.org/officeDocument/2006/relationships" xmlns:p="http://schemas.openxmlformats.org/presentationml/2006/main">
  <p:tag name="TIMING" val="|1.3|0.7|1.9"/>
</p:tagLst>
</file>

<file path=ppt/tags/tag8.xml><?xml version="1.0" encoding="utf-8"?>
<p:tagLst xmlns:a="http://schemas.openxmlformats.org/drawingml/2006/main" xmlns:r="http://schemas.openxmlformats.org/officeDocument/2006/relationships" xmlns:p="http://schemas.openxmlformats.org/presentationml/2006/main">
  <p:tag name="TIMING" val="|2.5|1.4|0.6|0.7|0.7|0.6|0.5|0.4|0.4|0.4|0.4|0.4|0.2|0.3|0.4|0.5|0.4|0.5|0.5"/>
</p:tagLst>
</file>

<file path=ppt/tags/tag9.xml><?xml version="1.0" encoding="utf-8"?>
<p:tagLst xmlns:a="http://schemas.openxmlformats.org/drawingml/2006/main" xmlns:r="http://schemas.openxmlformats.org/officeDocument/2006/relationships" xmlns:p="http://schemas.openxmlformats.org/presentationml/2006/main">
  <p:tag name="TIMING" val="|1.1"/>
</p:tagLst>
</file>

<file path=ppt/tags/tag10.xml><?xml version="1.0" encoding="utf-8"?>
<p:tagLst xmlns:a="http://schemas.openxmlformats.org/drawingml/2006/main" xmlns:r="http://schemas.openxmlformats.org/officeDocument/2006/relationships" xmlns:p="http://schemas.openxmlformats.org/presentationml/2006/main">
  <p:tag name="TIMING" val="|1|0.6|3|1.4"/>
</p:tagLst>
</file>

<file path=ppt/tags/tag11.xml><?xml version="1.0" encoding="utf-8"?>
<p:tagLst xmlns:a="http://schemas.openxmlformats.org/drawingml/2006/main" xmlns:r="http://schemas.openxmlformats.org/officeDocument/2006/relationships" xmlns:p="http://schemas.openxmlformats.org/presentationml/2006/main">
  <p:tag name="TIMING" val="|0.7|0.9|0.8|1.8"/>
</p:tagLst>
</file>

<file path=ppt/tags/tag12.xml><?xml version="1.0" encoding="utf-8"?>
<p:tagLst xmlns:a="http://schemas.openxmlformats.org/drawingml/2006/main" xmlns:r="http://schemas.openxmlformats.org/officeDocument/2006/relationships" xmlns:p="http://schemas.openxmlformats.org/presentationml/2006/main">
  <p:tag name="TIMING" val="|3.6"/>
</p:tagLst>
</file>

<file path=ppt/tags/tag13.xml><?xml version="1.0" encoding="utf-8"?>
<p:tagLst xmlns:a="http://schemas.openxmlformats.org/drawingml/2006/main" xmlns:r="http://schemas.openxmlformats.org/officeDocument/2006/relationships" xmlns:p="http://schemas.openxmlformats.org/presentationml/2006/main">
  <p:tag name="TIMING" val="|4.8|4.1"/>
</p:tagLst>
</file>

<file path=ppt/theme/theme1.xml><?xml version="1.0" encoding="utf-8"?>
<a:theme xmlns:a="http://schemas.openxmlformats.org/drawingml/2006/main" name="University of Bristol (Main URL)">
  <a:themeElements>
    <a:clrScheme name="University of Bristol">
      <a:dk1>
        <a:sysClr val="windowText" lastClr="000000"/>
      </a:dk1>
      <a:lt1>
        <a:sysClr val="window" lastClr="FFFFFF"/>
      </a:lt1>
      <a:dk2>
        <a:srgbClr val="AB1F2D"/>
      </a:dk2>
      <a:lt2>
        <a:srgbClr val="E3E6E5"/>
      </a:lt2>
      <a:accent1>
        <a:srgbClr val="00C0B5"/>
      </a:accent1>
      <a:accent2>
        <a:srgbClr val="0CC6DE"/>
      </a:accent2>
      <a:accent3>
        <a:srgbClr val="EE7219"/>
      </a:accent3>
      <a:accent4>
        <a:srgbClr val="9278D1"/>
      </a:accent4>
      <a:accent5>
        <a:srgbClr val="E0249A"/>
      </a:accent5>
      <a:accent6>
        <a:srgbClr val="BED600"/>
      </a:accent6>
      <a:hlink>
        <a:srgbClr val="0563C1"/>
      </a:hlink>
      <a:folHlink>
        <a:srgbClr val="954F72"/>
      </a:folHlink>
    </a:clrScheme>
    <a:fontScheme name="University of Bristol">
      <a:majorFont>
        <a:latin typeface="Sanchez Regular"/>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22C96A29-CF2E-7044-9D33-6A42B9CFCF76}" vid="{38FA1BF4-2503-4A49-BBF9-8A82A50C9D42}"/>
    </a:ext>
  </a:extLst>
</a:theme>
</file>

<file path=ppt/theme/theme2.xml><?xml version="1.0" encoding="utf-8"?>
<a:theme xmlns:a="http://schemas.openxmlformats.org/drawingml/2006/main" name="University of Bristol (Custom URL)">
  <a:themeElements>
    <a:clrScheme name="University of Bristol">
      <a:dk1>
        <a:sysClr val="windowText" lastClr="000000"/>
      </a:dk1>
      <a:lt1>
        <a:sysClr val="window" lastClr="FFFFFF"/>
      </a:lt1>
      <a:dk2>
        <a:srgbClr val="AB1F2D"/>
      </a:dk2>
      <a:lt2>
        <a:srgbClr val="E3E6E5"/>
      </a:lt2>
      <a:accent1>
        <a:srgbClr val="00C0B5"/>
      </a:accent1>
      <a:accent2>
        <a:srgbClr val="0CC6DE"/>
      </a:accent2>
      <a:accent3>
        <a:srgbClr val="EE7219"/>
      </a:accent3>
      <a:accent4>
        <a:srgbClr val="9278D1"/>
      </a:accent4>
      <a:accent5>
        <a:srgbClr val="E0249A"/>
      </a:accent5>
      <a:accent6>
        <a:srgbClr val="BED600"/>
      </a:accent6>
      <a:hlink>
        <a:srgbClr val="0563C1"/>
      </a:hlink>
      <a:folHlink>
        <a:srgbClr val="954F72"/>
      </a:folHlink>
    </a:clrScheme>
    <a:fontScheme name="University of Bristol">
      <a:majorFont>
        <a:latin typeface="Sanchez Regular"/>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22C96A29-CF2E-7044-9D33-6A42B9CFCF76}" vid="{C79373A8-D15C-B64B-89F8-4A2ED65A47B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B05D75436A52549B7ED19092B2E07A8" ma:contentTypeVersion="9" ma:contentTypeDescription="Create a new document." ma:contentTypeScope="" ma:versionID="a7bd28e4631172f1648c9163dac16f12">
  <xsd:schema xmlns:xsd="http://www.w3.org/2001/XMLSchema" xmlns:xs="http://www.w3.org/2001/XMLSchema" xmlns:p="http://schemas.microsoft.com/office/2006/metadata/properties" xmlns:ns2="73a3add5-6b09-4a56-9bc7-30af613c1337" targetNamespace="http://schemas.microsoft.com/office/2006/metadata/properties" ma:root="true" ma:fieldsID="f7527f0175ef0bd36d518138e049d37e" ns2:_="">
    <xsd:import namespace="73a3add5-6b09-4a56-9bc7-30af613c1337"/>
    <xsd:element name="properties">
      <xsd:complexType>
        <xsd:sequence>
          <xsd:element name="documentManagement">
            <xsd:complexType>
              <xsd:all>
                <xsd:element ref="ns2:MediaServiceAutoTags" minOccurs="0"/>
                <xsd:element ref="ns2:MediaServiceOCR"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a3add5-6b09-4a56-9bc7-30af613c1337" elementFormDefault="qualified">
    <xsd:import namespace="http://schemas.microsoft.com/office/2006/documentManagement/types"/>
    <xsd:import namespace="http://schemas.microsoft.com/office/infopath/2007/PartnerControls"/>
    <xsd:element name="MediaServiceAutoTags" ma:index="8" nillable="true" ma:displayName="Tags" ma:description="" ma:internalName="MediaServiceAutoTags" ma:readOnly="true">
      <xsd:simpleType>
        <xsd:restriction base="dms:Text"/>
      </xsd:simpleType>
    </xsd:element>
    <xsd:element name="MediaServiceOCR" ma:index="9" nillable="true" ma:displayName="Extracted Text" ma:description="" ma:internalName="MediaServiceOCR" ma:readOnly="true">
      <xsd:simpleType>
        <xsd:restriction base="dms:Note">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7CDD54-CC61-4D9F-89F7-0E2329CE061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a3add5-6b09-4a56-9bc7-30af613c13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A0F858B-4C86-4DDD-80A3-809F086CCB2B}">
  <ds:schemaRefs>
    <ds:schemaRef ds:uri="http://schemas.microsoft.com/sharepoint/v3/contenttype/forms"/>
  </ds:schemaRefs>
</ds:datastoreItem>
</file>

<file path=customXml/itemProps3.xml><?xml version="1.0" encoding="utf-8"?>
<ds:datastoreItem xmlns:ds="http://schemas.openxmlformats.org/officeDocument/2006/customXml" ds:itemID="{37675B28-2A8D-405B-8CF0-5E4AA664B74F}">
  <ds:schemaRefs>
    <ds:schemaRef ds:uri="73a3add5-6b09-4a56-9bc7-30af613c1337"/>
    <ds:schemaRef ds:uri="http://purl.org/dc/terms/"/>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www.w3.org/XML/1998/namespace"/>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University of Bristol (Main URL)</Template>
  <TotalTime>2</TotalTime>
  <Words>2320</Words>
  <Application>Microsoft Office PowerPoint</Application>
  <PresentationFormat>On-screen Show (16:9)</PresentationFormat>
  <Paragraphs>434</Paragraphs>
  <Slides>29</Slides>
  <Notes>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29</vt:i4>
      </vt:variant>
    </vt:vector>
  </HeadingPairs>
  <TitlesOfParts>
    <vt:vector size="42" baseType="lpstr">
      <vt:lpstr>Lucida Grande</vt:lpstr>
      <vt:lpstr>sohne</vt:lpstr>
      <vt:lpstr>Arial</vt:lpstr>
      <vt:lpstr>Arial Black</vt:lpstr>
      <vt:lpstr>Calibri</vt:lpstr>
      <vt:lpstr>Cambria Math</vt:lpstr>
      <vt:lpstr>Courier New</vt:lpstr>
      <vt:lpstr>Lato</vt:lpstr>
      <vt:lpstr>Lucida Sans</vt:lpstr>
      <vt:lpstr>Rockwell</vt:lpstr>
      <vt:lpstr>Wingdings</vt:lpstr>
      <vt:lpstr>University of Bristol (Main URL)</vt:lpstr>
      <vt:lpstr>University of Bristol (Custom URL)</vt:lpstr>
      <vt:lpstr>  EFIMM0139: Social Media and Web Analytics  Week 5: Introduction to Natural Language Processing-Part one</vt:lpstr>
      <vt:lpstr>Learning Objectives</vt:lpstr>
      <vt:lpstr>What is NLP?</vt:lpstr>
      <vt:lpstr>Why do we need NLP in social media and web analytics? </vt:lpstr>
      <vt:lpstr>NLP Examples for Social Media and Web Analytics </vt:lpstr>
      <vt:lpstr>Corpora, Corpus, Document, Token </vt:lpstr>
      <vt:lpstr>Text preprocessing  </vt:lpstr>
      <vt:lpstr>Remove noise</vt:lpstr>
      <vt:lpstr>Tokenization</vt:lpstr>
      <vt:lpstr>Tokenization</vt:lpstr>
      <vt:lpstr>Stemming</vt:lpstr>
      <vt:lpstr>Lemmatization</vt:lpstr>
      <vt:lpstr>Vectorization </vt:lpstr>
      <vt:lpstr>Bag of  Words (BoW) model</vt:lpstr>
      <vt:lpstr>Bag of  Words (BoW) model</vt:lpstr>
      <vt:lpstr>Bag of n-grams</vt:lpstr>
      <vt:lpstr>BoW with Python </vt:lpstr>
      <vt:lpstr>Bag of n-grams with Python </vt:lpstr>
      <vt:lpstr>TF-IDF intuition</vt:lpstr>
      <vt:lpstr>TF-IDF explanation</vt:lpstr>
      <vt:lpstr>TF-IDF explanation</vt:lpstr>
      <vt:lpstr>TF-IDF explanation</vt:lpstr>
      <vt:lpstr>TF-IDF explanation</vt:lpstr>
      <vt:lpstr>TF-IDF vectorization</vt:lpstr>
      <vt:lpstr>TF-IDF with Python </vt:lpstr>
      <vt:lpstr>TF-IDF summary</vt:lpstr>
      <vt:lpstr>Summary</vt:lpstr>
      <vt:lpstr>PowerPoint Presentation</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Marios Dominikos Kremantzis</dc:creator>
  <cp:lastModifiedBy>Wen Zhang</cp:lastModifiedBy>
  <cp:revision>239</cp:revision>
  <dcterms:created xsi:type="dcterms:W3CDTF">2021-05-25T13:37:34Z</dcterms:created>
  <dcterms:modified xsi:type="dcterms:W3CDTF">2025-02-03T20:15:45Z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0x0101001B05D75436A52549B7ED19092B2E07A8</vt:lpwstr>
  </property>
</Properties>
</file>